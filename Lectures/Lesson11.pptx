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350" r:id="rId4"/>
    <p:sldId id="351" r:id="rId5"/>
    <p:sldId id="352" r:id="rId6"/>
    <p:sldId id="338" r:id="rId7"/>
    <p:sldId id="353" r:id="rId8"/>
    <p:sldId id="354" r:id="rId9"/>
    <p:sldId id="355" r:id="rId10"/>
    <p:sldId id="356" r:id="rId11"/>
    <p:sldId id="357" r:id="rId12"/>
    <p:sldId id="321" r:id="rId13"/>
    <p:sldId id="358" r:id="rId14"/>
    <p:sldId id="359" r:id="rId15"/>
    <p:sldId id="360" r:id="rId16"/>
    <p:sldId id="361" r:id="rId17"/>
    <p:sldId id="344" r:id="rId18"/>
    <p:sldId id="310" r:id="rId19"/>
  </p:sldIdLst>
  <p:sldSz cx="12192000" cy="6858000"/>
  <p:notesSz cx="7559675" cy="10691813"/>
  <p:embeddedFontLst>
    <p:embeddedFont>
      <p:font typeface="Bahnschrift Light" panose="020B0502040204020203" pitchFamily="3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5DB2998-9429-A55D-6352-F830F058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60F078D8-C964-8344-AB28-36543E51F0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F09121A1-BB38-351F-03D1-BEC9AFD59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547D95BC-9F2A-258E-EA0E-4CE65A0F61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0030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21D9257-FE26-2303-15D1-37F958C0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0A6FB1C-4AD1-5E67-7029-FD87394A9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A6E77431-A1C0-F1C9-79CF-B782945B3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F016D3BA-3F3B-BE1C-5C4D-1F94DCBB45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4336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0E048CD-405F-EF0C-2A62-F84ECAB2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CDB8E771-1FB8-26E3-4CA5-990C00A52A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7FFA813D-8110-8CFB-CDF1-A9FC3FB02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84228E67-FE4D-27A5-301F-4547783C10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38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00C86C1-1407-DAE3-EEAB-1D496A97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1B95E02A-9E93-0A36-FC37-063FA59D2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515F4E0-8594-5B42-9975-1BF0C562B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D81C7E8-E7C8-12F2-F9BA-F0133333F2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739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28ADCB3-97BC-1AC6-1E17-BED2E83DE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7657E4AA-A3E1-902D-AFBF-571ECF0AE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4152C4DC-EAFC-02CD-1FF8-AE109B373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8D6548CB-CBF3-FE51-569B-0501A01DD2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7491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D5F55F2-9963-17F4-6244-11AFDE95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82AADEB7-68A8-D9A9-419D-27EAC37DB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AF70682-22CF-3B47-A7CF-5D7AAA3E4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1CC13E94-D379-73FB-B4AB-8A523DFD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9091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0E03C60E-1844-F140-E6C1-63747951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C58FD30-9727-B447-017E-B0867C2AA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D1D18B5C-ABE9-773F-D1A4-D07055B0D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996AB4D0-E07B-D3B9-B2C0-85961BA857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8421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34FF24D-656C-E47F-DB7E-EDE117E9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D16AD361-813A-6753-049B-5C135AE35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5CCD1317-304F-C090-4EC9-9825A060F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8A569628-2E42-5EB4-9459-7FBA21DD43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6062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8CB8BF2-EDF3-162F-0145-C2FA144A8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F3E82CFA-AC40-227F-FB3A-39AD6F23E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6F8BA8AF-A8C5-9BF8-2E1A-4F86087C7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9E80D6C-25A9-CD5A-A021-7903611708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0221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388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8380984-4F63-5554-AAEA-0F5CF46BD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AE5A37FB-3E6A-9468-5B9D-ECD2D24E6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41C31E85-8F6D-E813-889D-AF62CFA9A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550E693-60DE-F40D-5667-9082571F2F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1698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77B2506-9CC6-DB18-92DB-8D33D0F1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973ABC9F-22CB-EA84-A019-0878B55FA6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D3F9D9EF-3C2B-1F39-7614-7879BF363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9207041-3CED-CA19-FD3F-DD58CDA45C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612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901A39C-9823-321E-9286-B8F1B6B5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89F0D636-02F7-70B6-9C00-474C9D4C8C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E8BC2106-938F-450D-F09A-34579575F3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E08633CE-67CE-5DFE-943E-3DAB48724B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344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1EF8E44-7156-7B24-C63C-32ACEEC4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A7F96E41-22EF-AFDF-2711-E553D1ACD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E3252F6C-B5BB-27D0-3268-0494E01B88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1FF9093E-94C8-CD7E-34C0-00310DA719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1292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1EF4811-9A8B-8D54-4874-DE495EC1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F6C3894-8D69-DE74-D32F-79D8EF7A53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C7F09342-EE0F-CD05-7B0C-46089C040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506F2EF-4C15-4373-C422-6989600F93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8903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68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gi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Система частиц в </a:t>
            </a:r>
            <a:r>
              <a:rPr lang="en-US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Unity</a:t>
            </a:r>
            <a:endParaRPr lang="ru-RU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Что такое система частиц? Как вы это понимаете?</a:t>
            </a: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Примеры систем частиц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UNI VFX: Realistic Explosions, Fire &amp; Smoke for Visual Effect Graph | Fire  &amp; Explosions | Unity Asset Store">
            <a:extLst>
              <a:ext uri="{FF2B5EF4-FFF2-40B4-BE49-F238E27FC236}">
                <a16:creationId xmlns:a16="http://schemas.microsoft.com/office/drawing/2014/main" id="{785320A4-B4EA-9D41-8BC5-BD6E37E72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20" y="3205267"/>
            <a:ext cx="3744578" cy="249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reating fireworks with VFX Graph and ShaderGraph - Unity Learn">
            <a:extLst>
              <a:ext uri="{FF2B5EF4-FFF2-40B4-BE49-F238E27FC236}">
                <a16:creationId xmlns:a16="http://schemas.microsoft.com/office/drawing/2014/main" id="{93E126B2-B708-6EF7-01D9-896EFB2B0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712" y="2958330"/>
            <a:ext cx="2878816" cy="299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FX Rain Effects | VFX | Unity Asset Store">
            <a:extLst>
              <a:ext uri="{FF2B5EF4-FFF2-40B4-BE49-F238E27FC236}">
                <a16:creationId xmlns:a16="http://schemas.microsoft.com/office/drawing/2014/main" id="{A552F908-82AE-786B-F99F-A8F8166B2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400" y="3356966"/>
            <a:ext cx="3898641" cy="2192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C8C7A13-C7CC-B533-16A5-D7CE909E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ABEE6BD-81DE-731A-8F11-B68860DF01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B2CCD113-C967-BC7A-AF25-C30E9C2076B3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583A2555-870C-39C2-73EF-542B86911732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Как симулируются частицы?</a:t>
            </a: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По сути движок сам создает необходимые объекты с заданной скоростью и потом их сам удаляет.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6956B6B4-A005-064A-EF35-6F4789C9F258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B6D49FE-D804-3DB6-CC8C-911F459A95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CF85A28-C77B-9541-B43E-A628F9795A4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ACDEE2-76DA-609D-F9AA-FEBE3BECC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2685" y="2408506"/>
            <a:ext cx="3746630" cy="374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2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B850CAD-4E37-F6EE-AB03-F23C53E8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FF478D74-3876-0DC6-D035-02E183F6E1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89D53CA0-2D68-BAE8-0DA1-7546ABAC37B5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601CC3A3-DB0F-8F1A-A10B-740769EB78E7}"/>
              </a:ext>
            </a:extLst>
          </p:cNvPr>
          <p:cNvSpPr/>
          <p:nvPr/>
        </p:nvSpPr>
        <p:spPr>
          <a:xfrm>
            <a:off x="307909" y="774719"/>
            <a:ext cx="11653935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Дым</a:t>
            </a: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Сначала появляются квадраты с разным поворотом и прозрачностью, на которые натянута текстура дыма.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Потом эти квадраты поднимаются и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исчезают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.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406440EB-E748-5BA7-DE17-30884905D83E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EF195B30-5AB9-EB50-2E14-23C8C57617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0C3F85B0-D790-3969-9F53-EF178E7A6C5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882352-1701-ADA6-0E1E-A31D4653E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2576" y="2544448"/>
            <a:ext cx="3804600" cy="380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5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135ACAC-EB45-5A7E-6E3D-956AC30EA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1BCBB515-9734-F19F-9AC4-D9BA2FF3C1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825840E-3E8E-7FA7-1028-C433D97A2B3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77A7A11D-161D-49FF-D8A7-097B9018CB62}"/>
              </a:ext>
            </a:extLst>
          </p:cNvPr>
          <p:cNvSpPr/>
          <p:nvPr/>
        </p:nvSpPr>
        <p:spPr>
          <a:xfrm>
            <a:off x="307909" y="774719"/>
            <a:ext cx="11653935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Компонент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Particle System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Как создать? </a:t>
            </a: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– </a:t>
            </a: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Add Component     Particle System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3B04FBE6-225F-4E96-7D83-05F378ECCB22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6A2F95CD-5DEB-4B46-393E-1C7D5496C0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2166400-DDB0-37AF-523C-EFBCCC680F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4E0747-65FE-961C-B7D3-DA3C5F08B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09" y="2056752"/>
            <a:ext cx="7296540" cy="3686272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DAE2872-C5D0-6D2B-9E6B-6B545CB61335}"/>
              </a:ext>
            </a:extLst>
          </p:cNvPr>
          <p:cNvCxnSpPr>
            <a:cxnSpLocks/>
          </p:cNvCxnSpPr>
          <p:nvPr/>
        </p:nvCxnSpPr>
        <p:spPr>
          <a:xfrm>
            <a:off x="4049486" y="1726163"/>
            <a:ext cx="279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A154FBA-AED4-3CA1-959D-0148CB1A4DB7}"/>
              </a:ext>
            </a:extLst>
          </p:cNvPr>
          <p:cNvSpPr/>
          <p:nvPr/>
        </p:nvSpPr>
        <p:spPr>
          <a:xfrm>
            <a:off x="6162675" y="5222577"/>
            <a:ext cx="1154429" cy="18762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9039CC1-64A9-C292-045B-7082B75C2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1827" y="1552068"/>
            <a:ext cx="2386199" cy="489959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1ED1296-4E70-FE95-9012-385BB2B8175C}"/>
              </a:ext>
            </a:extLst>
          </p:cNvPr>
          <p:cNvSpPr/>
          <p:nvPr/>
        </p:nvSpPr>
        <p:spPr>
          <a:xfrm>
            <a:off x="8595359" y="4770120"/>
            <a:ext cx="1548765" cy="20764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870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EAA95F5-2C04-1D36-3A9C-C43F70474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D34F57E-3A22-6DA3-1184-5EFFFD4647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8187769-D072-0B54-6972-93D01810B5E8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0D15AB7-E6B2-60FC-7ABB-C61AC7D6D98F}"/>
              </a:ext>
            </a:extLst>
          </p:cNvPr>
          <p:cNvSpPr/>
          <p:nvPr/>
        </p:nvSpPr>
        <p:spPr>
          <a:xfrm>
            <a:off x="687008" y="1190700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Давайте выделим этот эффект. Это можно сделать в иерархии, либо просто на сцене с помощью щелчка левой кнопкой мыши. (Картинка сцены). Мы видим квадраты, которые поднимаются с какой-то скоростью вверх.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E333C947-A084-0394-6807-8AC1EA1ACB9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D5097677-7405-357F-6DCE-D4FADFB883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651E50F5-4A85-9050-55D8-7A4719E9C39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7595A9-4375-8E2E-A9A9-2CB4C90800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507876" y="2925806"/>
            <a:ext cx="7176248" cy="33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30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D23A302-CB29-3B6E-C1AB-AB896CC4A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C23E0B6-F718-B692-7D99-85AC29F2E8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A797C06A-5C13-B997-CCC8-0D5C451174EC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2B6E437E-7606-2026-23FE-900D0A818B8C}"/>
              </a:ext>
            </a:extLst>
          </p:cNvPr>
          <p:cNvSpPr/>
          <p:nvPr/>
        </p:nvSpPr>
        <p:spPr>
          <a:xfrm>
            <a:off x="307909" y="774719"/>
            <a:ext cx="11653935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Свойства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Particle System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FC7DD18F-887D-C83D-9665-32982139811B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3E5EDDBF-E43C-5A64-1B23-2E45249020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ECAF35E-3017-2E63-BA25-47C3B65467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F28EDD-75AD-3724-8E23-47E4EDFF0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171" y="1582888"/>
            <a:ext cx="9143657" cy="4500393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6EFE5D4-402F-113B-0344-42A16BEDA6C1}"/>
              </a:ext>
            </a:extLst>
          </p:cNvPr>
          <p:cNvSpPr/>
          <p:nvPr/>
        </p:nvSpPr>
        <p:spPr>
          <a:xfrm>
            <a:off x="8493760" y="1859280"/>
            <a:ext cx="2156727" cy="407923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381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892769A-FC75-0044-D454-197E563FA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DE93ED24-F738-83E6-E256-473BCD1B86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D80B79EC-8D87-B14B-F36B-67AA6FE2E34E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C1C71B6-FB82-670C-8C94-9DEFE72BCF28}"/>
              </a:ext>
            </a:extLst>
          </p:cNvPr>
          <p:cNvSpPr/>
          <p:nvPr/>
        </p:nvSpPr>
        <p:spPr>
          <a:xfrm>
            <a:off x="559838" y="401495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Базовые свойства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Здесь находятся основные свойства системы частиц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A2177539-A910-C475-CBFE-64D338C8F17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A7939849-DF3A-0BB9-E55E-3536A907F3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92A5012-2350-C311-71E8-E14D4A9C22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210CA4-3F50-EE75-607D-1087AF162A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33391" y="1780707"/>
            <a:ext cx="8817096" cy="4500393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BFCB791-292C-9C88-8E74-2A7DE211C3AD}"/>
              </a:ext>
            </a:extLst>
          </p:cNvPr>
          <p:cNvSpPr/>
          <p:nvPr/>
        </p:nvSpPr>
        <p:spPr>
          <a:xfrm>
            <a:off x="8548498" y="2894977"/>
            <a:ext cx="2101989" cy="21707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31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4FF4902-A3F1-2143-20E8-233DDA99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8ECDD6BC-5A4E-6C44-D688-1A116E7BA6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759E5AC-35BA-4314-A0C1-B85736F8AB22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1CF768D5-5429-8AD6-2E36-B0C2C15F1D32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Emission – </a:t>
            </a: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настройки испускания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Здесь можно настроить скорость и частоту испускания.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BECA5740-3909-FF86-1BA8-9ABA712995C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5BDEC5E6-032D-6333-F2EC-0F69387799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EE9653D-9197-9B06-115D-CC33386ABE0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979B1F-2E0B-C3DE-5C0B-F7C95D4E4D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49619" y="1988593"/>
            <a:ext cx="4092761" cy="44767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3D46E31-6D0F-B5FE-DCA9-0C750DD534E4}"/>
              </a:ext>
            </a:extLst>
          </p:cNvPr>
          <p:cNvSpPr/>
          <p:nvPr/>
        </p:nvSpPr>
        <p:spPr>
          <a:xfrm>
            <a:off x="4049619" y="1988593"/>
            <a:ext cx="4092761" cy="164101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04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82AE5D8-C2FA-25BE-7C9A-306ADFA7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76378B-081C-973C-22D3-4035826EC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752" y="2075518"/>
            <a:ext cx="3110495" cy="4376145"/>
          </a:xfrm>
          <a:prstGeom prst="rect">
            <a:avLst/>
          </a:prstGeom>
        </p:spPr>
      </p:pic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54B9BEB5-FBA2-5CCD-7566-0F09A85093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EB2DAAD-CE83-2EE7-462D-37908376FDF4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85F80E3C-82A2-87D8-CE6C-F95223C708FA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Форма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Можно сменить форму испускания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997E73F-52AB-B521-114C-4AB045363946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7EF7127-CE61-1D22-6338-7A8AAACE72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4E77013A-14A6-1F42-B971-F3A133E6DE9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033DE35-878B-DE26-0175-6EC54C68AD85}"/>
              </a:ext>
            </a:extLst>
          </p:cNvPr>
          <p:cNvSpPr/>
          <p:nvPr/>
        </p:nvSpPr>
        <p:spPr>
          <a:xfrm>
            <a:off x="4540752" y="2214880"/>
            <a:ext cx="3110495" cy="27940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349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7BA1D6A-7018-DE95-FEE7-6780B8C3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511E0D90-982F-C1C3-4366-F8749CC8667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7DD3EA1A-ED61-7106-D77B-1376E5AAA376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41A2FBF-5EA5-EED5-D45A-17EE6D73D259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Другие настройки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Тонкой настройкой вы можете заняться дома при желании. Мы эту часть рассматривать не будем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A135FFA3-4141-1033-080C-D3E0A81F5FC1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D1AEE0B4-2285-6EA2-A074-93C88B9085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F7B725E-D8A9-8C59-6799-17689A4E8F0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F4729B-C15B-17EF-5FDA-7A1E3B1525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20594">
            <a:off x="1809537" y="4075922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AD6C6D-28AC-C3D8-E4F3-E8603315F3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8732" y="2355393"/>
            <a:ext cx="3635222" cy="392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2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</a:t>
            </a:r>
            <a:r>
              <a:rPr lang="en-US" sz="3200" b="1" dirty="0">
                <a:latin typeface="Bahnschrift Light" panose="020B0502040204020203" pitchFamily="34" charset="0"/>
              </a:rPr>
              <a:t> 1</a:t>
            </a:r>
            <a:r>
              <a:rPr lang="ru-RU" sz="3200" b="1" dirty="0">
                <a:latin typeface="Bahnschrift Light" panose="020B0502040204020203" pitchFamily="34" charset="0"/>
              </a:rPr>
              <a:t>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>
                <a:latin typeface="Bahnschrift Light" panose="020B0502040204020203" pitchFamily="34" charset="0"/>
              </a:rPr>
              <a:t>Создать систему частиц из нее что-то похожее на дым</a:t>
            </a:r>
            <a:r>
              <a:rPr lang="en-US" sz="2800" dirty="0">
                <a:latin typeface="Bahnschrift Light" panose="020B0502040204020203" pitchFamily="34" charset="0"/>
              </a:rPr>
              <a:t>.</a:t>
            </a:r>
            <a:endParaRPr lang="ru-RU" sz="2800" dirty="0">
              <a:latin typeface="Bahnschrift Light" panose="020B0502040204020203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A664B5-8D4C-EDA1-AB52-786C16F43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8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3D0EDA00-D1C2-4DB8-BD87-2975A6AF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EE4DA82-28A2-E614-F58E-EDF888B699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8C96C0-D118-6B6F-8FF8-76F2CC77BAF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495BB05D-69EC-E69D-302F-CCF3D551598D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Создадим в папке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Assets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новую папку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Fog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, в которую поместим текстуру дыма для частицы. Затем создадим модель и назовем ее,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например,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Fog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и в поле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Albedo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перетащим нашу текстуру и сменим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Shader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на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Alpha Blended (Mobile/Particles)</a:t>
            </a: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Текстуру возьмем отсюда</a:t>
            </a:r>
          </a:p>
          <a:p>
            <a:pPr>
              <a:lnSpc>
                <a:spcPct val="150000"/>
              </a:lnSpc>
              <a:buSzPts val="1400"/>
            </a:pPr>
            <a:r>
              <a:rPr lang="en-US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https://github.com/etredal/FogTutorial/blob/main/Assets/Fog/ParticleCloudWhite.png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D5E2466-E53B-246D-1454-0A85726429DE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BE8B3417-6999-BAB0-6FB0-2CAB14258C3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7172A09D-0348-BA22-210A-318DCA25DB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4695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34BD262-3B54-C3AC-7433-4AE40506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8D4FDD8-8A6F-707C-A9F9-B3C5964EEC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60BB6F67-7836-23B2-76CF-F3611D81FBB2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4303E2F-E8AF-9966-1676-1F17A6ECCB1A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3181E5D-3C16-68BE-E21A-750682A10BB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B1F84699-6F56-1FAF-E0E3-F30738BBB1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FF3309D5-6FBF-56AF-081A-98A922821C0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21A283-34D1-1647-4440-0F1F96E87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9542" y="1465749"/>
            <a:ext cx="9204794" cy="465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420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33EC1EE-F37B-70CB-15B2-BDF9FAE62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AC3B80D4-C2D0-504F-118A-6F74F19320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CDD02DC0-EDE4-FA82-3C84-169410234F9B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60B90E29-6D73-5227-C768-3EE03456EC6E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В дереве иерархий выберем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Create Empty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и назовем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Gray Volume Fog.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У него создадим новый эффект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Particle System</a:t>
            </a: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05C23E01-F255-9D9A-1CD6-F3E2D7A0F62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F0E45B35-C9C6-BE5B-7A1F-BD3C0114F0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A68E5B8A-1A32-5746-9841-DA146DCBD19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2EC8EF2-2121-7FB3-35D4-6C85009A4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3318" y="2491310"/>
            <a:ext cx="7937241" cy="396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08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2704B3B-FF5B-F0A5-B81C-6AF592671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61C04E8F-B5AD-7BED-494E-D47BE940A0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E4706931-6CFC-8282-24D7-EBA0D144EE88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85F15869-875C-2758-D51E-ACA56095EF4D}"/>
              </a:ext>
            </a:extLst>
          </p:cNvPr>
          <p:cNvSpPr/>
          <p:nvPr/>
        </p:nvSpPr>
        <p:spPr>
          <a:xfrm>
            <a:off x="559837" y="576900"/>
            <a:ext cx="1136420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Courier New" panose="02070309020205020404" pitchFamily="49" charset="0"/>
              <a:buChar char="o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В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Start Speed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 выберем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Random Between Two Constants, 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от 0 до 5.</a:t>
            </a:r>
            <a:endParaRPr lang="en-US" sz="22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Courier New" panose="02070309020205020404" pitchFamily="49" charset="0"/>
              <a:buChar char="o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Поставим галочку у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3D Start Size 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и выставим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X = 5, Y = 5, Z = 5.</a:t>
            </a:r>
          </a:p>
          <a:p>
            <a:pPr marL="342900" indent="-342900">
              <a:lnSpc>
                <a:spcPct val="150000"/>
              </a:lnSpc>
              <a:buSzPts val="1400"/>
              <a:buFont typeface="Courier New" panose="02070309020205020404" pitchFamily="49" charset="0"/>
              <a:buChar char="o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В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Renderer 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в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Material 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перенесем наш материал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Fog 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из папки 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Assets. 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23CA4F80-D55E-0AD6-79FE-FAC429AAC80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64ACE89-3800-1735-5AE0-20C326A60F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0C2C1F7-0AD9-09C6-FA6D-AF52809314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34DA7E-F489-32A6-29BC-B20DE1C7AB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37" y="3057870"/>
            <a:ext cx="6400801" cy="31737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4211E0-2F50-1260-AE74-768DC6E6D4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8611" y="3506854"/>
            <a:ext cx="3968504" cy="20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D443BD2-3461-5E70-5558-7DF267D0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4782E53-A2A4-F71E-023B-13D1D40ED6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3A69E19A-8CDE-F6C6-70C5-5A7D3112CF14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57700E4-9CF9-783A-D421-A5A1919A8734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0F999AE4-B772-0369-44BF-07E533FD00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675C8AE-C87D-80A4-E8D7-2EE2BECEBD8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7275982-AB39-13D0-5979-FB8C9C515CB9}"/>
              </a:ext>
            </a:extLst>
          </p:cNvPr>
          <p:cNvSpPr txBox="1"/>
          <p:nvPr/>
        </p:nvSpPr>
        <p:spPr>
          <a:xfrm>
            <a:off x="871789" y="1783634"/>
            <a:ext cx="10455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</a:t>
            </a:r>
            <a:r>
              <a:rPr lang="en-US" sz="3200" b="1" dirty="0">
                <a:latin typeface="Bahnschrift Light" panose="020B0502040204020203" pitchFamily="34" charset="0"/>
              </a:rPr>
              <a:t> 2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b="1" dirty="0">
                <a:latin typeface="Bahnschrift Light" panose="020B0502040204020203" pitchFamily="34" charset="0"/>
              </a:rPr>
              <a:t>(Креативное)</a:t>
            </a:r>
            <a:r>
              <a:rPr lang="en-US" sz="2800" b="1" dirty="0">
                <a:latin typeface="Bahnschrift Light" panose="020B0502040204020203" pitchFamily="34" charset="0"/>
              </a:rPr>
              <a:t>:</a:t>
            </a:r>
            <a:r>
              <a:rPr lang="ru-RU" sz="2800" dirty="0">
                <a:latin typeface="Bahnschrift Light" panose="020B0502040204020203" pitchFamily="34" charset="0"/>
              </a:rPr>
              <a:t> Добавьте в ваше главное меню систему частиц (любую)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5AA37D-6835-713E-831D-1AF7A84AE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56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671665" y="2573225"/>
            <a:ext cx="6848670" cy="8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4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СПАСИБО ЗА ВНИМАНИЕ</a:t>
            </a:r>
            <a:endParaRPr lang="ru-RU" sz="4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74CE6E-733B-774B-AA1C-705391C23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444" y="1049225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30EACD-E221-6CB4-518B-C1866E209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2182">
            <a:off x="1424473" y="43745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1753</TotalTime>
  <Words>413</Words>
  <Application>Microsoft Office PowerPoint</Application>
  <PresentationFormat>Широкоэкранный</PresentationFormat>
  <Paragraphs>73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Calibri</vt:lpstr>
      <vt:lpstr>Arial</vt:lpstr>
      <vt:lpstr>Bahnschrift Light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Dzhotyan</cp:lastModifiedBy>
  <cp:revision>903</cp:revision>
  <dcterms:created xsi:type="dcterms:W3CDTF">2012-07-30T23:42:41Z</dcterms:created>
  <dcterms:modified xsi:type="dcterms:W3CDTF">2024-11-23T19:07:06Z</dcterms:modified>
</cp:coreProperties>
</file>