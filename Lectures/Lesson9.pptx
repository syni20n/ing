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21" r:id="rId15"/>
    <p:sldId id="349" r:id="rId16"/>
    <p:sldId id="336" r:id="rId17"/>
    <p:sldId id="350" r:id="rId18"/>
    <p:sldId id="310" r:id="rId19"/>
  </p:sldIdLst>
  <p:sldSz cx="12192000" cy="6858000"/>
  <p:notesSz cx="7559675" cy="10691813"/>
  <p:embeddedFontLst>
    <p:embeddedFont>
      <p:font typeface="Bahnschrift Light" panose="020B0502040204020203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00C86C1-1407-DAE3-EEAB-1D496A97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B95E02A-9E93-0A36-FC37-063FA59D2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515F4E0-8594-5B42-9975-1BF0C562B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D81C7E8-E7C8-12F2-F9BA-F0133333F2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73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757DF14-C682-6A0E-E5E8-59C1B525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48EB032A-A4A4-0E87-5885-893999807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535FDDF-49F3-2EE1-F956-CD28F8120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7AD32A5D-0886-A81F-A2C2-7E5521BAC6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6869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19137E8-0314-D91E-088A-632D216C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CD1B7B53-A327-952A-E7CC-8992279AE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C83FC21D-27F5-17A3-3E9E-53B88AB50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A3F6ADD0-E25A-EADB-FCD5-5DF8B75E2B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15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A77237C-F328-4DCE-564C-6BDAF46D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5CC14C30-43DC-BCC6-ED23-1F02EDB9F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1EDE7B53-F5EF-AD2C-1E50-D19E04D28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EEE47E0-CC28-1B3A-DD2C-E8E2CE8B9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448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2E31CEC-9D2C-F438-FA1E-30D2090B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A006ADB-AA72-038D-66BC-93D55BE4D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C179826-99E3-1BAE-41F1-1D2DA4591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EB40329-D1FF-F51C-63CC-4E4C17AA14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95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E14BA68-BBF8-DEBB-B010-00101F2E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871DE4C-57AC-CF0E-2B13-E1CE5E75A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ABFC9EF3-7604-2CBB-63A2-B9F81C325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1B57DD4-9319-EFBD-80DC-BD122750B5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531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C71FD65-6726-ED57-5394-22E733A3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91D1E6AB-F283-DC3A-4B8B-080D5F74B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4E148A10-6F74-492D-F397-1D913F95C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FB227C2-5D99-3E7D-D25E-A1FB589FAA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6160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E42DA68-BFFB-DA4F-608E-D455E483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F8D074DC-C06D-D221-B3DF-36E750D25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78189C46-7BA9-EFBE-22CF-4478CC6DC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D5EAEDF-F10C-B067-0BB2-B81A6475B7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776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3960C06-D45A-BF96-0A14-CB1AF822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B51A4D39-CDA6-E01B-E661-B84B64C45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011DF009-3EA5-FFA9-6449-6AAE0DD05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C21CA5F-F5A9-6C03-A28D-C0080EBBDF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9698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366AFE5-AB17-DEE4-2C35-B9D0B97A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5CAB1037-05F0-F063-E3E0-D2EF914D3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389C5168-2906-2CFC-C12A-2C2879704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B0A555E2-B276-0749-A5D5-F38E4FB2C5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329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94C379E-FAA2-5ADB-FD29-2A9DAFEA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339866F1-9704-9433-5768-123FEB14A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89E0E7E-C939-94CB-58E5-50EF1ACB7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AD05D80-0450-A3E0-89CC-E6CA8C9341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076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388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D7602FC-427D-340B-ADA4-5FA4CA13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8A48D02E-CAAB-07CF-89CA-AEA7BA0F6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7971EF8-FDBC-639E-0176-31EFA6B1E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52A50DB7-7A79-2FE9-1ECE-5A9FCB9D2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168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9F396B7-C4B4-70DA-631D-374468E7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BD0E52C7-EE73-3CBF-113C-2DA33A0A4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87AAFA1B-8F52-49A4-298B-3BCCF04B1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1C21249-12AA-D23A-7CDB-9BE48B2E50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AD263B1-9A9D-BB7B-09BC-DE0BE09E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C5CE3789-BCCE-359F-9960-2A53968A0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B8CCC92-F1F6-0977-C4DC-549A72E51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BF53FCC-CBDC-CAD3-5B93-AC8ECA5101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307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Пользовательские интерфейсы</a:t>
            </a:r>
            <a:r>
              <a:rPr 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UI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Что такое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UI ?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UI –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это метод взаимодействия с программой через простые наглядные компоненты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Что такое UX/UI дизайн и почему все так любят использовать это модное слово">
            <a:extLst>
              <a:ext uri="{FF2B5EF4-FFF2-40B4-BE49-F238E27FC236}">
                <a16:creationId xmlns:a16="http://schemas.microsoft.com/office/drawing/2014/main" id="{E3933E08-5D05-05DC-32C7-D284A4503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68" y="3875250"/>
            <a:ext cx="3747018" cy="249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Mega Pack Game UI interface kit for Mobile and Web fantasy theme games  with Buttons, icons, win and lose Screens, Loading Progress Bars and powers  icon - vector design. Векторный объект">
            <a:extLst>
              <a:ext uri="{FF2B5EF4-FFF2-40B4-BE49-F238E27FC236}">
                <a16:creationId xmlns:a16="http://schemas.microsoft.com/office/drawing/2014/main" id="{D73E3A14-3C55-F05B-B2B8-579CA246A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09" y="3360967"/>
            <a:ext cx="4077769" cy="229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EAA95F5-2C04-1D36-3A9C-C43F7047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D34F57E-3A22-6DA3-1184-5EFFFD4647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8187769-D072-0B54-6972-93D01810B5E8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0D15AB7-E6B2-60FC-7ABB-C61AC7D6D98F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Зачем нужен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UI ?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Позволяет облегчить взаимодействие с игрой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E333C947-A084-0394-6807-8AC1EA1ACB9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5097677-7405-357F-6DCE-D4FADFB883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51E50F5-4A85-9050-55D8-7A4719E9C3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9E1A5C-3D3C-8A3E-4496-5FE018918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59563">
            <a:off x="7972984" y="3558811"/>
            <a:ext cx="1994425" cy="199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3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C5909A7-A5F4-133E-B883-309C5835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6EF2180-A892-7525-53CD-5B1926CF13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A22FFF7-EF5F-7BEE-E969-891A6764E15A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2DE8462B-1A6F-E0DD-01F2-C02AF089225D}"/>
              </a:ext>
            </a:extLst>
          </p:cNvPr>
          <p:cNvSpPr/>
          <p:nvPr/>
        </p:nvSpPr>
        <p:spPr>
          <a:xfrm>
            <a:off x="687008" y="6264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Компонент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Canvas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Canvas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- </a:t>
            </a:r>
            <a:r>
              <a:rPr lang="ru-RU" sz="2000" dirty="0">
                <a:latin typeface="Bahnschrift Light" panose="020B0502040204020203" pitchFamily="34" charset="0"/>
              </a:rPr>
              <a:t>это компонент, который используется для создания и отображения пользовательского интерфейса (UI) на экране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9071A5C5-0010-6E38-88CE-141A295C4929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4CC48326-54EC-1E7C-AD53-34D8157FCD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780CD39-F395-DAA9-4D24-3406A490C7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CA5EAE-6E60-E3F4-0801-59939FCB7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08" y="2988982"/>
            <a:ext cx="5486915" cy="271202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3733DE-B2FA-B228-270A-9B677EC60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5026" y="3618629"/>
            <a:ext cx="5198195" cy="25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4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30B11E-4847-EE31-13C1-BA6A5140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828AC8D4-A316-0942-1F36-069C376ED9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E4DBCAD-3C62-2388-EC78-94C299E14EED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486FEB63-C27B-8D04-4276-827525190FA7}"/>
              </a:ext>
            </a:extLst>
          </p:cNvPr>
          <p:cNvSpPr/>
          <p:nvPr/>
        </p:nvSpPr>
        <p:spPr>
          <a:xfrm>
            <a:off x="687008" y="6264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Как мы видим, 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Canvas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достаточно большой. Это сделано для того, чтобы компоненты UI не мешали основным объектам.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62717FE-A5F9-51CD-E98E-68636023B548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576C8491-AFC4-1664-7068-B1B0952A6B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3E20248-1616-DA80-D3A3-8BDD0A1AFF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8037CD-CEDC-6CD5-63BA-56EF106DB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273" y="2197746"/>
            <a:ext cx="8411453" cy="425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7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57BF88-4324-EAD7-CDB9-A33E3D9E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101C7178-CAEA-B351-EBE4-B25B6EF128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C197EBC8-0CEE-ABEA-73D6-D7F16509FFD7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0583D03-CE04-304F-CBB2-F6FB3D0EADB6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Компоненты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UI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Button (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кнопка</a:t>
            </a: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)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- </a:t>
            </a:r>
            <a:r>
              <a:rPr lang="ru-RU" sz="2000" dirty="0">
                <a:latin typeface="Bahnschrift Light" panose="020B0502040204020203" pitchFamily="34" charset="0"/>
              </a:rPr>
              <a:t>основной интерактивный элемент интерфейса, который используется для запуска действий по нажатию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endParaRPr lang="ru-RU" sz="20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Text (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текст</a:t>
            </a: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)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- </a:t>
            </a:r>
            <a:r>
              <a:rPr lang="ru-RU" sz="2000" dirty="0">
                <a:latin typeface="Bahnschrift Light" panose="020B0502040204020203" pitchFamily="34" charset="0"/>
              </a:rPr>
              <a:t>текстовый элемент используется для отображения текстовой информации в интерфейсе</a:t>
            </a: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endParaRPr lang="ru-RU" sz="2000" dirty="0"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Panel (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панель</a:t>
            </a: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)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- </a:t>
            </a:r>
            <a:r>
              <a:rPr lang="ru-RU" sz="2000" dirty="0">
                <a:latin typeface="Bahnschrift Light" panose="020B0502040204020203" pitchFamily="34" charset="0"/>
              </a:rPr>
              <a:t>панель используется для организации других элементов интерфейса и создания фона для групп UI-объектов. Это контейнер, который можно настроить по цвету, прозрачности и размеру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9C9D0A31-C59D-DD85-4936-705406300A60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0D7CB37-85B9-85EF-CD18-143E631DBA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16C3B304-09F0-BC50-8C8C-3A91DBAF97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397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8054E00A-6823-D8AE-C963-AE19491E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8CC744DB-BE38-82BC-36BE-CD34B987E1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9F5E5219-78BE-FD9F-8F38-8DEBB5B25A24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4CCEAF1D-9DDA-5C1E-9D31-48E7FEDAC41B}"/>
              </a:ext>
            </a:extLst>
          </p:cNvPr>
          <p:cNvSpPr/>
          <p:nvPr/>
        </p:nvSpPr>
        <p:spPr>
          <a:xfrm>
            <a:off x="687008" y="6264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панели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Она автоматически добавится в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Canvas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A29B9EB1-9EE3-1007-4088-5C48119C291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F6797594-8638-C350-8A14-424BFD466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DC3D8309-46FF-6ADD-5826-1EE9E2DDBB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A0E344-90E2-C331-5EBE-129B879A29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085" y="2178648"/>
            <a:ext cx="5486915" cy="270916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EDEE28-070D-A2BF-2A1E-10E40A19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97688" y="3429000"/>
            <a:ext cx="5253796" cy="266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5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C4C54D0-3E21-1D86-F462-11AED13B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6D70CC3-8BBF-90A9-E6A5-81EB9E2F5B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C301C8B-A962-6AB4-EC73-A52FEB6F54DD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BBB7B34-F96F-73F3-84DE-14C44FAD1B98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спрайта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в панель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У картинки (спрайта) свойства </a:t>
            </a: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Texture Type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должно быть установлено как 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Sprite (2D and UI)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610AD488-9B04-836D-6CAA-2C5D759F4F5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E9DF68A-FA72-3A4C-EBFA-0067C6924D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8447E98C-3845-BF7A-5EB1-9F24859399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E58458-67E2-0809-6FFB-40A716EF0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602" y="2243579"/>
            <a:ext cx="3314796" cy="412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18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CFE2954-ECDC-6FDA-8ACA-847C2446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12449869-D7A4-4AB2-2363-1B636BDF0B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3B1A1A1F-4957-CCDB-C693-2F8F759D933A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D52CC581-4507-50BB-F5EC-95EE8129642D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спрайта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в панель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В </a:t>
            </a:r>
            <a:r>
              <a:rPr lang="ru-RU" sz="20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Inspector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найдите компонент Image, который уже должен быть у </a:t>
            </a:r>
            <a:r>
              <a:rPr lang="ru-RU" sz="20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Panel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(</a:t>
            </a:r>
            <a:r>
              <a:rPr lang="ru-RU" sz="20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Panel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автоматически имеет компонент Image)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В поле Source Image перетащите ваш спрайт из папки </a:t>
            </a:r>
            <a:r>
              <a:rPr lang="ru-RU" sz="20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Assets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или выберите его через меню.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701EB0E3-2DE5-CEA6-4366-A5934A1501F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454FDB56-3F6F-9B78-9298-D684FB54D4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358361B-224A-33D4-6827-9CC72279A1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FEF74F-57A8-BD97-082C-3E06E5A0A2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24962" y="2839708"/>
            <a:ext cx="7142075" cy="361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3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BF5B159-1E09-5C66-74F9-4C1171A2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2E98F244-9B75-3099-ED25-7FB9F12B38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6D1307DD-D4FE-4E59-6D77-E36B48BEAC48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D8D662D2-54F1-047C-F4EE-E7BC1DC9FEFF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кнопок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7302995F-536B-044B-9419-F43BA999BA89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BD88C74A-FBFA-EC1B-C55D-0196F3EABD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B47575A9-887E-11FB-0408-75FE23D553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85F1A4-9F86-46A0-5E87-48F58CA7B5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82219" y="1699014"/>
            <a:ext cx="9027562" cy="45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9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0876934-BEB6-C81B-3F09-FE5E1EAC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F8286B19-BC59-8C1C-5D7B-858A68266A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122066C-09BF-0081-4D14-6FCB31FADAD3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391CA981-D144-CAC0-3E4C-9BB83CD5C031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кнопок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В свойстве </a:t>
            </a:r>
            <a:r>
              <a:rPr lang="en-US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Text (TMP)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можно изменить текст в кнопке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4DD04FC2-2C3A-51D0-8DA9-D7C482ED9DDE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B4B32B4B-BE3C-55D4-6FB8-2C2C19E307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BE43205B-762B-5896-A7F2-3854DB6C04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4D0181-4303-86E5-B168-1A6B7C4073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1866" y="2026799"/>
            <a:ext cx="6519210" cy="42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3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E60FB4F-A490-9243-AC1E-1C70CEF7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3BAA703-9E64-9C07-630A-3B0B945CF0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5347D06-3CA8-DAD9-2267-A8D870C1F985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C1739D23-2B77-1347-DAD8-03B4336B05A7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Добавление текста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6E563336-FAA0-DF58-402F-4C9718C06A3E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64881841-6C4C-8880-ED59-C3960D4B42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7033C34-7A8E-6B05-8F44-68A1C2FFAE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91BFB1-5D42-7935-415A-AE0DEDD16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48" y="1431082"/>
            <a:ext cx="7181114" cy="36354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77D754-B916-8F30-64E0-886D88BC5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033" y="2648797"/>
            <a:ext cx="3440646" cy="156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2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3EA0644-3761-90DE-6050-4BBB1F5B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077EC01-0EDF-11D1-E980-E0F3481EC3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9A3E1FD4-669D-871D-094F-A8A47AB59D9E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1E08A045-D764-0AB1-F5F9-C4B30BF70E40}"/>
              </a:ext>
            </a:extLst>
          </p:cNvPr>
          <p:cNvSpPr/>
          <p:nvPr/>
        </p:nvSpPr>
        <p:spPr>
          <a:xfrm>
            <a:off x="385321" y="393135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Каждый из этих компонентов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может быть изменен в инспекторе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E2876C5C-DFF8-2210-82D8-CFAB6B96E070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12210B00-157C-35FF-6546-0D8AA37E9B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03011F0D-84E3-90A6-AF21-1D8F483845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F2112D-D818-82EB-5E01-1B8F517DF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208" y="1878943"/>
            <a:ext cx="2277909" cy="458592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200356-DCC9-FE99-7334-27344CE15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549" y="1865741"/>
            <a:ext cx="2277843" cy="458592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DF3B011-1830-9297-3D93-3B6F7F560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885" y="1887330"/>
            <a:ext cx="2288768" cy="457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0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создайте новую сцену для главного меню. Добавьте туда несколько компонентов различного вида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664B5-8D4C-EDA1-AB52-786C16F43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8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7A05F4C-4A85-2524-130D-68142C47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FA9A0FBD-B054-1B3E-7626-3C9596BED3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2DD27720-7530-C5C9-3B70-00A0373BC2F7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F1789598-5322-C332-3D06-C4AAF12E4833}"/>
              </a:ext>
            </a:extLst>
          </p:cNvPr>
          <p:cNvSpPr/>
          <p:nvPr/>
        </p:nvSpPr>
        <p:spPr>
          <a:xfrm>
            <a:off x="385321" y="626400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сцены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1D170890-C737-15D4-07B3-1BE281601130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57298E32-0C82-D5F5-444E-DA79949A11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3018C8D-BAD6-17F2-5D99-329E94D509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57BC7F-A28A-F2D3-3BAC-E4EE79E27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133" y="2480694"/>
            <a:ext cx="4750218" cy="37509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383455-8D0B-5139-9B6D-7B809F934E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104" y="1380597"/>
            <a:ext cx="4567916" cy="35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12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E96EB39-A27E-503D-8C3A-BA57273D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C50AA57E-5F31-7DB5-C361-2B7BB53A42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B1AE732-EB9F-6117-42B9-E0273FC92525}"/>
              </a:ext>
            </a:extLst>
          </p:cNvPr>
          <p:cNvSpPr/>
          <p:nvPr/>
        </p:nvSpPr>
        <p:spPr>
          <a:xfrm>
            <a:off x="808282" y="6264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1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346A7AE7-6DF7-50BD-675A-083CF763FC6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CED14F8-E14A-9845-F9D8-738A6AA3E3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987C63A8-C194-49DA-B52C-28EBA4DF1C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946F9D-AFF4-9612-9644-DCAE3950F2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41901" y="1488475"/>
            <a:ext cx="9308195" cy="452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34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F4A683D-C4CA-F259-A444-7AAA0730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CA27502-AC56-FC6E-1ECF-9A819CA8AB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BBBD8540-9A2F-A16E-57E0-2B906B630C9D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F8E977E6-CCB1-BF30-F774-6164C4133662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220713B-7DD3-4158-14EF-AB96CEE625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C81655DE-823E-EC59-5542-77580D38E3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1BC5023-47FD-647A-6A58-35DB1C5CFA98}"/>
              </a:ext>
            </a:extLst>
          </p:cNvPr>
          <p:cNvSpPr txBox="1"/>
          <p:nvPr/>
        </p:nvSpPr>
        <p:spPr>
          <a:xfrm>
            <a:off x="886407" y="1783634"/>
            <a:ext cx="10440573" cy="2502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Доп. задание: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загрузите дополнительный шрифт (используя </a:t>
            </a:r>
            <a:r>
              <a:rPr lang="ru-RU" sz="2800" dirty="0" err="1">
                <a:latin typeface="Bahnschrift Light" panose="020B0502040204020203" pitchFamily="34" charset="0"/>
              </a:rPr>
              <a:t>package</a:t>
            </a:r>
            <a:r>
              <a:rPr lang="ru-RU" sz="2800" dirty="0">
                <a:latin typeface="Bahnschrift Light" panose="020B0502040204020203" pitchFamily="34" charset="0"/>
              </a:rPr>
              <a:t> </a:t>
            </a:r>
            <a:r>
              <a:rPr lang="ru-RU" sz="2800" dirty="0" err="1">
                <a:latin typeface="Bahnschrift Light" panose="020B0502040204020203" pitchFamily="34" charset="0"/>
              </a:rPr>
              <a:t>manager</a:t>
            </a:r>
            <a:r>
              <a:rPr lang="ru-RU" sz="2800" dirty="0">
                <a:latin typeface="Bahnschrift Light" panose="020B0502040204020203" pitchFamily="34" charset="0"/>
              </a:rPr>
              <a:t>) и примените его к сцене</a:t>
            </a:r>
            <a:r>
              <a:rPr lang="en-US" sz="2800" dirty="0">
                <a:latin typeface="Bahnschrift Light" panose="020B0502040204020203" pitchFamily="34" charset="0"/>
              </a:rPr>
              <a:t>.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  <a:latin typeface="Bahnschrift Light" panose="020B0502040204020203" pitchFamily="34" charset="0"/>
              </a:rPr>
              <a:t>Можно взять пиксельный отсюда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https://assetstore.unity.com/packages/2d/fonts/free-pixel-font-thaleah-140059</a:t>
            </a:r>
            <a:endParaRPr lang="ru-RU" sz="2000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C9A8EB-5024-DA0E-3D85-6930A6D98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612" y="4295377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66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376</Words>
  <Application>Microsoft Office PowerPoint</Application>
  <PresentationFormat>Широкоэкранный</PresentationFormat>
  <Paragraphs>77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Calibri</vt:lpstr>
      <vt:lpstr>Arial</vt:lpstr>
      <vt:lpstr>Bahnschrift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Dzhotian</cp:lastModifiedBy>
  <cp:revision>745</cp:revision>
  <dcterms:created xsi:type="dcterms:W3CDTF">2012-07-30T23:42:41Z</dcterms:created>
  <dcterms:modified xsi:type="dcterms:W3CDTF">2024-11-09T20:08:10Z</dcterms:modified>
</cp:coreProperties>
</file>