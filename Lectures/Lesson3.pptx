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76" r:id="rId5"/>
    <p:sldId id="258" r:id="rId6"/>
    <p:sldId id="259" r:id="rId7"/>
    <p:sldId id="278" r:id="rId8"/>
    <p:sldId id="260" r:id="rId9"/>
    <p:sldId id="261" r:id="rId10"/>
    <p:sldId id="274" r:id="rId11"/>
    <p:sldId id="277" r:id="rId12"/>
    <p:sldId id="273" r:id="rId13"/>
    <p:sldId id="263" r:id="rId14"/>
    <p:sldId id="264" r:id="rId15"/>
    <p:sldId id="265" r:id="rId16"/>
    <p:sldId id="267" r:id="rId17"/>
    <p:sldId id="268" r:id="rId18"/>
    <p:sldId id="279" r:id="rId19"/>
    <p:sldId id="280" r:id="rId20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5419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E86808-3B18-5671-834C-94E35886B9CF}" v="3838" dt="2024-09-25T08:09:20.756"/>
    <p1510:client id="{B9C4708D-689D-B47B-B7BE-0C02FF073E0C}" v="62" dt="2024-09-24T17:16:43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Леонид Щербаков" userId="ebd282bcc19b821d" providerId="Windows Live" clId="Web-{B9C4708D-689D-B47B-B7BE-0C02FF073E0C}"/>
    <pc:docChg chg="modSld">
      <pc:chgData name="Леонид Щербаков" userId="ebd282bcc19b821d" providerId="Windows Live" clId="Web-{B9C4708D-689D-B47B-B7BE-0C02FF073E0C}" dt="2024-09-24T17:16:42.550" v="28" actId="20577"/>
      <pc:docMkLst>
        <pc:docMk/>
      </pc:docMkLst>
      <pc:sldChg chg="modSp">
        <pc:chgData name="Леонид Щербаков" userId="ebd282bcc19b821d" providerId="Windows Live" clId="Web-{B9C4708D-689D-B47B-B7BE-0C02FF073E0C}" dt="2024-09-24T17:16:30.518" v="7" actId="20577"/>
        <pc:sldMkLst>
          <pc:docMk/>
          <pc:sldMk cId="0" sldId="273"/>
        </pc:sldMkLst>
        <pc:spChg chg="mod">
          <ac:chgData name="Леонид Щербаков" userId="ebd282bcc19b821d" providerId="Windows Live" clId="Web-{B9C4708D-689D-B47B-B7BE-0C02FF073E0C}" dt="2024-09-24T17:16:30.518" v="7" actId="20577"/>
          <ac:spMkLst>
            <pc:docMk/>
            <pc:sldMk cId="0" sldId="273"/>
            <ac:spMk id="4" creationId="{00000000-0000-0000-0000-000000000000}"/>
          </ac:spMkLst>
        </pc:spChg>
      </pc:sldChg>
      <pc:sldChg chg="modSp">
        <pc:chgData name="Леонид Щербаков" userId="ebd282bcc19b821d" providerId="Windows Live" clId="Web-{B9C4708D-689D-B47B-B7BE-0C02FF073E0C}" dt="2024-09-24T17:16:42.550" v="28" actId="20577"/>
        <pc:sldMkLst>
          <pc:docMk/>
          <pc:sldMk cId="0" sldId="274"/>
        </pc:sldMkLst>
        <pc:spChg chg="mod">
          <ac:chgData name="Леонид Щербаков" userId="ebd282bcc19b821d" providerId="Windows Live" clId="Web-{B9C4708D-689D-B47B-B7BE-0C02FF073E0C}" dt="2024-09-24T17:16:42.550" v="28" actId="20577"/>
          <ac:spMkLst>
            <pc:docMk/>
            <pc:sldMk cId="0" sldId="274"/>
            <ac:spMk id="4" creationId="{00000000-0000-0000-0000-000000000000}"/>
          </ac:spMkLst>
        </pc:spChg>
      </pc:sldChg>
    </pc:docChg>
  </pc:docChgLst>
  <pc:docChgLst>
    <pc:chgData name="Леонид Щербаков" userId="ebd282bcc19b821d" providerId="Windows Live" clId="Web-{10E86808-3B18-5671-834C-94E35886B9CF}"/>
    <pc:docChg chg="addSld delSld modSld sldOrd">
      <pc:chgData name="Леонид Щербаков" userId="ebd282bcc19b821d" providerId="Windows Live" clId="Web-{10E86808-3B18-5671-834C-94E35886B9CF}" dt="2024-09-25T08:09:18.693" v="2620"/>
      <pc:docMkLst>
        <pc:docMk/>
      </pc:docMkLst>
      <pc:sldChg chg="modSp">
        <pc:chgData name="Леонид Щербаков" userId="ebd282bcc19b821d" providerId="Windows Live" clId="Web-{10E86808-3B18-5671-834C-94E35886B9CF}" dt="2024-09-24T18:14:02.553" v="147" actId="20577"/>
        <pc:sldMkLst>
          <pc:docMk/>
          <pc:sldMk cId="0" sldId="256"/>
        </pc:sldMkLst>
        <pc:spChg chg="mod">
          <ac:chgData name="Леонид Щербаков" userId="ebd282bcc19b821d" providerId="Windows Live" clId="Web-{10E86808-3B18-5671-834C-94E35886B9CF}" dt="2024-09-24T17:30:54.911" v="1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Леонид Щербаков" userId="ebd282bcc19b821d" providerId="Windows Live" clId="Web-{10E86808-3B18-5671-834C-94E35886B9CF}" dt="2024-09-24T18:14:02.553" v="14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">
        <pc:chgData name="Леонид Щербаков" userId="ebd282bcc19b821d" providerId="Windows Live" clId="Web-{10E86808-3B18-5671-834C-94E35886B9CF}" dt="2024-09-24T18:35:32.303" v="546" actId="14100"/>
        <pc:sldMkLst>
          <pc:docMk/>
          <pc:sldMk cId="0" sldId="257"/>
        </pc:sldMkLst>
        <pc:spChg chg="mod">
          <ac:chgData name="Леонид Щербаков" userId="ebd282bcc19b821d" providerId="Windows Live" clId="Web-{10E86808-3B18-5671-834C-94E35886B9CF}" dt="2024-09-24T18:34:59.660" v="542" actId="20577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Леонид Щербаков" userId="ebd282bcc19b821d" providerId="Windows Live" clId="Web-{10E86808-3B18-5671-834C-94E35886B9CF}" dt="2024-09-24T18:34:04.250" v="517" actId="1076"/>
          <ac:spMkLst>
            <pc:docMk/>
            <pc:sldMk cId="0" sldId="257"/>
            <ac:spMk id="13" creationId="{13F8A3CA-F26B-73AF-5FEF-7F082F7916CA}"/>
          </ac:spMkLst>
        </pc:spChg>
        <pc:spChg chg="add mod">
          <ac:chgData name="Леонид Щербаков" userId="ebd282bcc19b821d" providerId="Windows Live" clId="Web-{10E86808-3B18-5671-834C-94E35886B9CF}" dt="2024-09-24T18:11:11.025" v="125" actId="20577"/>
          <ac:spMkLst>
            <pc:docMk/>
            <pc:sldMk cId="0" sldId="257"/>
            <ac:spMk id="14" creationId="{A8DBB31D-CAE7-68F6-7B38-217D0CD34694}"/>
          </ac:spMkLst>
        </pc:spChg>
        <pc:picChg chg="del mod">
          <ac:chgData name="Леонид Щербаков" userId="ebd282bcc19b821d" providerId="Windows Live" clId="Web-{10E86808-3B18-5671-834C-94E35886B9CF}" dt="2024-09-24T17:41:41.709" v="49"/>
          <ac:picMkLst>
            <pc:docMk/>
            <pc:sldMk cId="0" sldId="257"/>
            <ac:picMk id="5" creationId="{00000000-0000-0000-0000-000000000000}"/>
          </ac:picMkLst>
        </pc:picChg>
        <pc:picChg chg="del mod">
          <ac:chgData name="Леонид Щербаков" userId="ebd282bcc19b821d" providerId="Windows Live" clId="Web-{10E86808-3B18-5671-834C-94E35886B9CF}" dt="2024-09-24T17:43:20.982" v="65"/>
          <ac:picMkLst>
            <pc:docMk/>
            <pc:sldMk cId="0" sldId="257"/>
            <ac:picMk id="6" creationId="{00000000-0000-0000-0000-000000000000}"/>
          </ac:picMkLst>
        </pc:picChg>
        <pc:picChg chg="add mod">
          <ac:chgData name="Леонид Щербаков" userId="ebd282bcc19b821d" providerId="Windows Live" clId="Web-{10E86808-3B18-5671-834C-94E35886B9CF}" dt="2024-09-24T17:46:56.685" v="77" actId="1076"/>
          <ac:picMkLst>
            <pc:docMk/>
            <pc:sldMk cId="0" sldId="257"/>
            <ac:picMk id="7" creationId="{EFFEEAE4-1A5B-7720-6DE2-23D46AC4AD2F}"/>
          </ac:picMkLst>
        </pc:picChg>
        <pc:picChg chg="add mod">
          <ac:chgData name="Леонид Щербаков" userId="ebd282bcc19b821d" providerId="Windows Live" clId="Web-{10E86808-3B18-5671-834C-94E35886B9CF}" dt="2024-09-24T17:46:56.732" v="78" actId="1076"/>
          <ac:picMkLst>
            <pc:docMk/>
            <pc:sldMk cId="0" sldId="257"/>
            <ac:picMk id="8" creationId="{2997CD92-D767-FF1A-C624-9C2EEF924223}"/>
          </ac:picMkLst>
        </pc:picChg>
        <pc:picChg chg="add del mod">
          <ac:chgData name="Леонид Щербаков" userId="ebd282bcc19b821d" providerId="Windows Live" clId="Web-{10E86808-3B18-5671-834C-94E35886B9CF}" dt="2024-09-24T17:50:09.402" v="81"/>
          <ac:picMkLst>
            <pc:docMk/>
            <pc:sldMk cId="0" sldId="257"/>
            <ac:picMk id="9" creationId="{22BC7291-D8FB-FD3A-AB9D-065FCC5F5D21}"/>
          </ac:picMkLst>
        </pc:picChg>
        <pc:picChg chg="add del mod">
          <ac:chgData name="Леонид Щербаков" userId="ebd282bcc19b821d" providerId="Windows Live" clId="Web-{10E86808-3B18-5671-834C-94E35886B9CF}" dt="2024-09-24T17:50:09.621" v="84"/>
          <ac:picMkLst>
            <pc:docMk/>
            <pc:sldMk cId="0" sldId="257"/>
            <ac:picMk id="10" creationId="{CCE9C179-D91C-C870-09D7-ED4D32F3441D}"/>
          </ac:picMkLst>
        </pc:picChg>
        <pc:picChg chg="add mod">
          <ac:chgData name="Леонид Щербаков" userId="ebd282bcc19b821d" providerId="Windows Live" clId="Web-{10E86808-3B18-5671-834C-94E35886B9CF}" dt="2024-09-24T17:55:06.439" v="90" actId="1076"/>
          <ac:picMkLst>
            <pc:docMk/>
            <pc:sldMk cId="0" sldId="257"/>
            <ac:picMk id="11" creationId="{27F1C6C9-4924-1CB2-6143-AFE8FB31F832}"/>
          </ac:picMkLst>
        </pc:picChg>
        <pc:picChg chg="add mod">
          <ac:chgData name="Леонид Щербаков" userId="ebd282bcc19b821d" providerId="Windows Live" clId="Web-{10E86808-3B18-5671-834C-94E35886B9CF}" dt="2024-09-24T17:55:06.392" v="89" actId="1076"/>
          <ac:picMkLst>
            <pc:docMk/>
            <pc:sldMk cId="0" sldId="257"/>
            <ac:picMk id="12" creationId="{276ADCC0-5C4D-5A5F-BF8D-2F31A0AB8E91}"/>
          </ac:picMkLst>
        </pc:picChg>
        <pc:cxnChg chg="add mod">
          <ac:chgData name="Леонид Щербаков" userId="ebd282bcc19b821d" providerId="Windows Live" clId="Web-{10E86808-3B18-5671-834C-94E35886B9CF}" dt="2024-09-24T18:35:13.724" v="543" actId="14100"/>
          <ac:cxnSpMkLst>
            <pc:docMk/>
            <pc:sldMk cId="0" sldId="257"/>
            <ac:cxnSpMk id="15" creationId="{9CE37786-6178-DC83-47A1-3E66F136EC59}"/>
          </ac:cxnSpMkLst>
        </pc:cxnChg>
        <pc:cxnChg chg="add mod">
          <ac:chgData name="Леонид Щербаков" userId="ebd282bcc19b821d" providerId="Windows Live" clId="Web-{10E86808-3B18-5671-834C-94E35886B9CF}" dt="2024-09-24T18:11:13.728" v="126" actId="14100"/>
          <ac:cxnSpMkLst>
            <pc:docMk/>
            <pc:sldMk cId="0" sldId="257"/>
            <ac:cxnSpMk id="16" creationId="{FB6B087E-9FAB-A7B7-AEAE-892E9203EB87}"/>
          </ac:cxnSpMkLst>
        </pc:cxnChg>
        <pc:cxnChg chg="add mod">
          <ac:chgData name="Леонид Щербаков" userId="ebd282bcc19b821d" providerId="Windows Live" clId="Web-{10E86808-3B18-5671-834C-94E35886B9CF}" dt="2024-09-24T18:35:21.521" v="544" actId="14100"/>
          <ac:cxnSpMkLst>
            <pc:docMk/>
            <pc:sldMk cId="0" sldId="257"/>
            <ac:cxnSpMk id="17" creationId="{136D7C8D-916D-D850-8A0E-458058D54AC2}"/>
          </ac:cxnSpMkLst>
        </pc:cxnChg>
        <pc:cxnChg chg="add mod">
          <ac:chgData name="Леонид Щербаков" userId="ebd282bcc19b821d" providerId="Windows Live" clId="Web-{10E86808-3B18-5671-834C-94E35886B9CF}" dt="2024-09-24T18:35:32.303" v="546" actId="14100"/>
          <ac:cxnSpMkLst>
            <pc:docMk/>
            <pc:sldMk cId="0" sldId="257"/>
            <ac:cxnSpMk id="18" creationId="{49A12B5D-E8C4-9A51-D680-FC37ED4C3C29}"/>
          </ac:cxnSpMkLst>
        </pc:cxnChg>
      </pc:sldChg>
      <pc:sldChg chg="addSp delSp modSp">
        <pc:chgData name="Леонид Щербаков" userId="ebd282bcc19b821d" providerId="Windows Live" clId="Web-{10E86808-3B18-5671-834C-94E35886B9CF}" dt="2024-09-24T18:49:40.849" v="796" actId="14100"/>
        <pc:sldMkLst>
          <pc:docMk/>
          <pc:sldMk cId="0" sldId="258"/>
        </pc:sldMkLst>
        <pc:spChg chg="mod">
          <ac:chgData name="Леонид Щербаков" userId="ebd282bcc19b821d" providerId="Windows Live" clId="Web-{10E86808-3B18-5671-834C-94E35886B9CF}" dt="2024-09-24T18:39:13.116" v="583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Леонид Щербаков" userId="ebd282bcc19b821d" providerId="Windows Live" clId="Web-{10E86808-3B18-5671-834C-94E35886B9CF}" dt="2024-09-24T18:39:16.398" v="585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Леонид Щербаков" userId="ebd282bcc19b821d" providerId="Windows Live" clId="Web-{10E86808-3B18-5671-834C-94E35886B9CF}" dt="2024-09-24T18:43:34.213" v="716" actId="1076"/>
          <ac:spMkLst>
            <pc:docMk/>
            <pc:sldMk cId="0" sldId="258"/>
            <ac:spMk id="5" creationId="{B8E9EC98-AB30-FD75-B408-F0B6640386FB}"/>
          </ac:spMkLst>
        </pc:spChg>
        <pc:spChg chg="add mod">
          <ac:chgData name="Леонид Щербаков" userId="ebd282bcc19b821d" providerId="Windows Live" clId="Web-{10E86808-3B18-5671-834C-94E35886B9CF}" dt="2024-09-24T18:43:49.433" v="725" actId="20577"/>
          <ac:spMkLst>
            <pc:docMk/>
            <pc:sldMk cId="0" sldId="258"/>
            <ac:spMk id="6" creationId="{DBD489BE-118B-3595-5ECF-029B1ECEA6C3}"/>
          </ac:spMkLst>
        </pc:spChg>
        <pc:spChg chg="add del">
          <ac:chgData name="Леонид Щербаков" userId="ebd282bcc19b821d" providerId="Windows Live" clId="Web-{10E86808-3B18-5671-834C-94E35886B9CF}" dt="2024-09-24T18:41:24.704" v="619"/>
          <ac:spMkLst>
            <pc:docMk/>
            <pc:sldMk cId="0" sldId="258"/>
            <ac:spMk id="8" creationId="{C09D813F-A569-E234-F050-093DE1501EB9}"/>
          </ac:spMkLst>
        </pc:spChg>
        <pc:spChg chg="add mod">
          <ac:chgData name="Леонид Щербаков" userId="ebd282bcc19b821d" providerId="Windows Live" clId="Web-{10E86808-3B18-5671-834C-94E35886B9CF}" dt="2024-09-24T18:47:52.529" v="774" actId="1076"/>
          <ac:spMkLst>
            <pc:docMk/>
            <pc:sldMk cId="0" sldId="258"/>
            <ac:spMk id="9" creationId="{B6848E02-28F0-F506-3CE5-4FDC430C92FD}"/>
          </ac:spMkLst>
        </pc:spChg>
        <pc:spChg chg="add mod">
          <ac:chgData name="Леонид Щербаков" userId="ebd282bcc19b821d" providerId="Windows Live" clId="Web-{10E86808-3B18-5671-834C-94E35886B9CF}" dt="2024-09-24T18:48:01.905" v="776" actId="1076"/>
          <ac:spMkLst>
            <pc:docMk/>
            <pc:sldMk cId="0" sldId="258"/>
            <ac:spMk id="10" creationId="{5194FBF6-C2DF-99C1-2E60-7ABB4B48BA5E}"/>
          </ac:spMkLst>
        </pc:spChg>
        <pc:spChg chg="add mod">
          <ac:chgData name="Леонид Щербаков" userId="ebd282bcc19b821d" providerId="Windows Live" clId="Web-{10E86808-3B18-5671-834C-94E35886B9CF}" dt="2024-09-24T18:48:07.171" v="778" actId="1076"/>
          <ac:spMkLst>
            <pc:docMk/>
            <pc:sldMk cId="0" sldId="258"/>
            <ac:spMk id="11" creationId="{10B9F5BE-129E-2293-C769-4D57F7932C70}"/>
          </ac:spMkLst>
        </pc:spChg>
        <pc:spChg chg="add mod">
          <ac:chgData name="Леонид Щербаков" userId="ebd282bcc19b821d" providerId="Windows Live" clId="Web-{10E86808-3B18-5671-834C-94E35886B9CF}" dt="2024-09-24T18:43:14.915" v="708" actId="20577"/>
          <ac:spMkLst>
            <pc:docMk/>
            <pc:sldMk cId="0" sldId="258"/>
            <ac:spMk id="12" creationId="{1900E140-9A24-0144-D558-D6C75E538149}"/>
          </ac:spMkLst>
        </pc:spChg>
        <pc:spChg chg="add mod">
          <ac:chgData name="Леонид Щербаков" userId="ebd282bcc19b821d" providerId="Windows Live" clId="Web-{10E86808-3B18-5671-834C-94E35886B9CF}" dt="2024-09-24T18:43:46.964" v="724" actId="20577"/>
          <ac:spMkLst>
            <pc:docMk/>
            <pc:sldMk cId="0" sldId="258"/>
            <ac:spMk id="13" creationId="{8B9A3F89-1B09-08AE-78AE-206B1B310555}"/>
          </ac:spMkLst>
        </pc:spChg>
        <pc:spChg chg="add mod">
          <ac:chgData name="Леонид Щербаков" userId="ebd282bcc19b821d" providerId="Windows Live" clId="Web-{10E86808-3B18-5671-834C-94E35886B9CF}" dt="2024-09-24T18:48:14.827" v="781" actId="1076"/>
          <ac:spMkLst>
            <pc:docMk/>
            <pc:sldMk cId="0" sldId="258"/>
            <ac:spMk id="14" creationId="{855BA183-0523-C56B-F412-8A10F1432A23}"/>
          </ac:spMkLst>
        </pc:spChg>
        <pc:spChg chg="add mod">
          <ac:chgData name="Леонид Щербаков" userId="ebd282bcc19b821d" providerId="Windows Live" clId="Web-{10E86808-3B18-5671-834C-94E35886B9CF}" dt="2024-09-24T18:48:48.877" v="788" actId="1076"/>
          <ac:spMkLst>
            <pc:docMk/>
            <pc:sldMk cId="0" sldId="258"/>
            <ac:spMk id="15" creationId="{AB293F2A-35CE-77ED-0E41-24733EDDBD77}"/>
          </ac:spMkLst>
        </pc:spChg>
        <pc:spChg chg="add mod">
          <ac:chgData name="Леонид Щербаков" userId="ebd282bcc19b821d" providerId="Windows Live" clId="Web-{10E86808-3B18-5671-834C-94E35886B9CF}" dt="2024-09-24T18:48:52.283" v="789" actId="1076"/>
          <ac:spMkLst>
            <pc:docMk/>
            <pc:sldMk cId="0" sldId="258"/>
            <ac:spMk id="16" creationId="{BB1EA800-1E68-B86C-7CDB-26F5DDBBA743}"/>
          </ac:spMkLst>
        </pc:spChg>
        <pc:spChg chg="add mod">
          <ac:chgData name="Леонид Щербаков" userId="ebd282bcc19b821d" providerId="Windows Live" clId="Web-{10E86808-3B18-5671-834C-94E35886B9CF}" dt="2024-09-24T18:49:19.363" v="794" actId="14100"/>
          <ac:spMkLst>
            <pc:docMk/>
            <pc:sldMk cId="0" sldId="258"/>
            <ac:spMk id="19" creationId="{E84FD90D-FBEE-0CE9-CDA5-A48FD3A564C1}"/>
          </ac:spMkLst>
        </pc:spChg>
        <pc:spChg chg="add del">
          <ac:chgData name="Леонид Щербаков" userId="ebd282bcc19b821d" providerId="Windows Live" clId="Web-{10E86808-3B18-5671-834C-94E35886B9CF}" dt="2024-09-24T18:45:25.206" v="743"/>
          <ac:spMkLst>
            <pc:docMk/>
            <pc:sldMk cId="0" sldId="258"/>
            <ac:spMk id="20" creationId="{55D6D19B-449B-3C38-97C4-40E30AFE7ADE}"/>
          </ac:spMkLst>
        </pc:spChg>
        <pc:spChg chg="add mod ord">
          <ac:chgData name="Леонид Щербаков" userId="ebd282bcc19b821d" providerId="Windows Live" clId="Web-{10E86808-3B18-5671-834C-94E35886B9CF}" dt="2024-09-24T18:48:12.265" v="780" actId="1076"/>
          <ac:spMkLst>
            <pc:docMk/>
            <pc:sldMk cId="0" sldId="258"/>
            <ac:spMk id="21" creationId="{616EDB84-93C8-15FE-A8C2-2E6679ED2EE6}"/>
          </ac:spMkLst>
        </pc:spChg>
        <pc:spChg chg="add mod">
          <ac:chgData name="Леонид Щербаков" userId="ebd282bcc19b821d" providerId="Windows Live" clId="Web-{10E86808-3B18-5671-834C-94E35886B9CF}" dt="2024-09-24T18:47:49.591" v="773" actId="1076"/>
          <ac:spMkLst>
            <pc:docMk/>
            <pc:sldMk cId="0" sldId="258"/>
            <ac:spMk id="23" creationId="{9EF2AFD3-86BE-E38C-4DAC-D7DEDD67F98E}"/>
          </ac:spMkLst>
        </pc:spChg>
        <pc:spChg chg="add mod">
          <ac:chgData name="Леонид Щербаков" userId="ebd282bcc19b821d" providerId="Windows Live" clId="Web-{10E86808-3B18-5671-834C-94E35886B9CF}" dt="2024-09-24T18:47:59.076" v="775" actId="1076"/>
          <ac:spMkLst>
            <pc:docMk/>
            <pc:sldMk cId="0" sldId="258"/>
            <ac:spMk id="24" creationId="{E25DEB1F-994D-898D-FF9B-84E3D4DA07F6}"/>
          </ac:spMkLst>
        </pc:spChg>
        <pc:spChg chg="add mod">
          <ac:chgData name="Леонид Щербаков" userId="ebd282bcc19b821d" providerId="Windows Live" clId="Web-{10E86808-3B18-5671-834C-94E35886B9CF}" dt="2024-09-24T18:48:05.717" v="777" actId="1076"/>
          <ac:spMkLst>
            <pc:docMk/>
            <pc:sldMk cId="0" sldId="258"/>
            <ac:spMk id="25" creationId="{69C2FDE3-3728-7F12-1CFB-D92AD1E1E7E9}"/>
          </ac:spMkLst>
        </pc:spChg>
        <pc:spChg chg="add mod">
          <ac:chgData name="Леонид Щербаков" userId="ebd282bcc19b821d" providerId="Windows Live" clId="Web-{10E86808-3B18-5671-834C-94E35886B9CF}" dt="2024-09-24T18:49:05.644" v="791" actId="1076"/>
          <ac:spMkLst>
            <pc:docMk/>
            <pc:sldMk cId="0" sldId="258"/>
            <ac:spMk id="26" creationId="{3C075470-0121-4298-95B0-58C07222A3AF}"/>
          </ac:spMkLst>
        </pc:spChg>
        <pc:spChg chg="add mod">
          <ac:chgData name="Леонид Щербаков" userId="ebd282bcc19b821d" providerId="Windows Live" clId="Web-{10E86808-3B18-5671-834C-94E35886B9CF}" dt="2024-09-24T18:49:05.644" v="792" actId="1076"/>
          <ac:spMkLst>
            <pc:docMk/>
            <pc:sldMk cId="0" sldId="258"/>
            <ac:spMk id="27" creationId="{0B5AF02A-C912-0C00-B4F9-F18D37BC5AD1}"/>
          </ac:spMkLst>
        </pc:spChg>
        <pc:spChg chg="add mod">
          <ac:chgData name="Леонид Щербаков" userId="ebd282bcc19b821d" providerId="Windows Live" clId="Web-{10E86808-3B18-5671-834C-94E35886B9CF}" dt="2024-09-24T18:49:05.659" v="793" actId="1076"/>
          <ac:spMkLst>
            <pc:docMk/>
            <pc:sldMk cId="0" sldId="258"/>
            <ac:spMk id="28" creationId="{58A08B80-216F-2BA5-ABDC-EC49E1BD9BFD}"/>
          </ac:spMkLst>
        </pc:spChg>
        <pc:cxnChg chg="add mod">
          <ac:chgData name="Леонид Щербаков" userId="ebd282bcc19b821d" providerId="Windows Live" clId="Web-{10E86808-3B18-5671-834C-94E35886B9CF}" dt="2024-09-24T18:49:40.849" v="796" actId="14100"/>
          <ac:cxnSpMkLst>
            <pc:docMk/>
            <pc:sldMk cId="0" sldId="258"/>
            <ac:cxnSpMk id="18" creationId="{DF45AD6D-7FF2-B917-BEDE-3655EC8D7DC2}"/>
          </ac:cxnSpMkLst>
        </pc:cxnChg>
        <pc:cxnChg chg="add del mod">
          <ac:chgData name="Леонид Щербаков" userId="ebd282bcc19b821d" providerId="Windows Live" clId="Web-{10E86808-3B18-5671-834C-94E35886B9CF}" dt="2024-09-24T18:46:30.789" v="751"/>
          <ac:cxnSpMkLst>
            <pc:docMk/>
            <pc:sldMk cId="0" sldId="258"/>
            <ac:cxnSpMk id="22" creationId="{B217168B-CFC0-B173-697A-A543013EFDC8}"/>
          </ac:cxnSpMkLst>
        </pc:cxnChg>
      </pc:sldChg>
      <pc:sldChg chg="addSp delSp modSp">
        <pc:chgData name="Леонид Щербаков" userId="ebd282bcc19b821d" providerId="Windows Live" clId="Web-{10E86808-3B18-5671-834C-94E35886B9CF}" dt="2024-09-25T07:02:58.500" v="1483"/>
        <pc:sldMkLst>
          <pc:docMk/>
          <pc:sldMk cId="0" sldId="259"/>
        </pc:sldMkLst>
        <pc:spChg chg="mod">
          <ac:chgData name="Леонид Щербаков" userId="ebd282bcc19b821d" providerId="Windows Live" clId="Web-{10E86808-3B18-5671-834C-94E35886B9CF}" dt="2024-09-24T18:50:36.822" v="80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Леонид Щербаков" userId="ebd282bcc19b821d" providerId="Windows Live" clId="Web-{10E86808-3B18-5671-834C-94E35886B9CF}" dt="2024-09-24T19:04:40.040" v="1093" actId="20577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Леонид Щербаков" userId="ebd282bcc19b821d" providerId="Windows Live" clId="Web-{10E86808-3B18-5671-834C-94E35886B9CF}" dt="2024-09-25T07:02:58.500" v="1483"/>
          <ac:spMkLst>
            <pc:docMk/>
            <pc:sldMk cId="0" sldId="259"/>
            <ac:spMk id="5" creationId="{0F7804C6-62A6-B9DF-3E55-C7311669974D}"/>
          </ac:spMkLst>
        </pc:spChg>
        <pc:spChg chg="add del mod">
          <ac:chgData name="Леонид Щербаков" userId="ebd282bcc19b821d" providerId="Windows Live" clId="Web-{10E86808-3B18-5671-834C-94E35886B9CF}" dt="2024-09-25T07:02:56.516" v="1482"/>
          <ac:spMkLst>
            <pc:docMk/>
            <pc:sldMk cId="0" sldId="259"/>
            <ac:spMk id="7" creationId="{7C3C7106-DC3F-97D4-A283-70E4B98084B8}"/>
          </ac:spMkLst>
        </pc:spChg>
        <pc:picChg chg="del">
          <ac:chgData name="Леонид Щербаков" userId="ebd282bcc19b821d" providerId="Windows Live" clId="Web-{10E86808-3B18-5671-834C-94E35886B9CF}" dt="2024-09-24T18:53:45.492" v="891"/>
          <ac:picMkLst>
            <pc:docMk/>
            <pc:sldMk cId="0" sldId="259"/>
            <ac:picMk id="5" creationId="{00000000-0000-0000-0000-000000000000}"/>
          </ac:picMkLst>
        </pc:picChg>
        <pc:picChg chg="add mod">
          <ac:chgData name="Леонид Щербаков" userId="ebd282bcc19b821d" providerId="Windows Live" clId="Web-{10E86808-3B18-5671-834C-94E35886B9CF}" dt="2024-09-24T19:06:47.643" v="1102" actId="1076"/>
          <ac:picMkLst>
            <pc:docMk/>
            <pc:sldMk cId="0" sldId="259"/>
            <ac:picMk id="6" creationId="{6BE470DF-FBF1-7FF7-012D-285DAB83A83A}"/>
          </ac:picMkLst>
        </pc:picChg>
      </pc:sldChg>
      <pc:sldChg chg="addSp delSp modSp">
        <pc:chgData name="Леонид Щербаков" userId="ebd282bcc19b821d" providerId="Windows Live" clId="Web-{10E86808-3B18-5671-834C-94E35886B9CF}" dt="2024-09-25T07:19:00.243" v="1780"/>
        <pc:sldMkLst>
          <pc:docMk/>
          <pc:sldMk cId="0" sldId="260"/>
        </pc:sldMkLst>
        <pc:spChg chg="mod">
          <ac:chgData name="Леонид Щербаков" userId="ebd282bcc19b821d" providerId="Windows Live" clId="Web-{10E86808-3B18-5671-834C-94E35886B9CF}" dt="2024-09-24T19:03:47.083" v="1073" actId="20577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Леонид Щербаков" userId="ebd282bcc19b821d" providerId="Windows Live" clId="Web-{10E86808-3B18-5671-834C-94E35886B9CF}" dt="2024-09-24T18:59:12.219" v="1038"/>
          <ac:spMkLst>
            <pc:docMk/>
            <pc:sldMk cId="0" sldId="260"/>
            <ac:spMk id="4" creationId="{00000000-0000-0000-0000-000000000000}"/>
          </ac:spMkLst>
        </pc:spChg>
        <pc:picChg chg="add del mod">
          <ac:chgData name="Леонид Щербаков" userId="ebd282bcc19b821d" providerId="Windows Live" clId="Web-{10E86808-3B18-5671-834C-94E35886B9CF}" dt="2024-09-25T07:19:00.243" v="1780"/>
          <ac:picMkLst>
            <pc:docMk/>
            <pc:sldMk cId="0" sldId="260"/>
            <ac:picMk id="4" creationId="{3165F1ED-4835-C7B0-4140-EBDD3BB3C961}"/>
          </ac:picMkLst>
        </pc:picChg>
        <pc:picChg chg="add del mod">
          <ac:chgData name="Леонид Щербаков" userId="ebd282bcc19b821d" providerId="Windows Live" clId="Web-{10E86808-3B18-5671-834C-94E35886B9CF}" dt="2024-09-24T19:03:12.393" v="1053"/>
          <ac:picMkLst>
            <pc:docMk/>
            <pc:sldMk cId="0" sldId="260"/>
            <ac:picMk id="5" creationId="{2E2C3648-7E57-9B26-7008-A383A15B9EC8}"/>
          </ac:picMkLst>
        </pc:picChg>
        <pc:picChg chg="add del mod">
          <ac:chgData name="Леонид Щербаков" userId="ebd282bcc19b821d" providerId="Windows Live" clId="Web-{10E86808-3B18-5671-834C-94E35886B9CF}" dt="2024-09-24T19:03:17.284" v="1056"/>
          <ac:picMkLst>
            <pc:docMk/>
            <pc:sldMk cId="0" sldId="260"/>
            <ac:picMk id="6" creationId="{A31EB623-1D1D-11B5-8AA5-D60CA9689008}"/>
          </ac:picMkLst>
        </pc:picChg>
        <pc:picChg chg="add del mod">
          <ac:chgData name="Леонид Щербаков" userId="ebd282bcc19b821d" providerId="Windows Live" clId="Web-{10E86808-3B18-5671-834C-94E35886B9CF}" dt="2024-09-24T19:03:25.753" v="1060"/>
          <ac:picMkLst>
            <pc:docMk/>
            <pc:sldMk cId="0" sldId="260"/>
            <ac:picMk id="7" creationId="{44F4B856-4200-4ADE-A217-4C75B6B1D085}"/>
          </ac:picMkLst>
        </pc:picChg>
        <pc:picChg chg="add mod">
          <ac:chgData name="Леонид Щербаков" userId="ebd282bcc19b821d" providerId="Windows Live" clId="Web-{10E86808-3B18-5671-834C-94E35886B9CF}" dt="2024-09-24T19:05:29.652" v="1094" actId="1076"/>
          <ac:picMkLst>
            <pc:docMk/>
            <pc:sldMk cId="0" sldId="260"/>
            <ac:picMk id="8" creationId="{722BB804-7CBF-0C95-942B-2B5DF95C18C9}"/>
          </ac:picMkLst>
        </pc:picChg>
        <pc:picChg chg="add mod">
          <ac:chgData name="Леонид Щербаков" userId="ebd282bcc19b821d" providerId="Windows Live" clId="Web-{10E86808-3B18-5671-834C-94E35886B9CF}" dt="2024-09-24T19:05:31.121" v="1095" actId="1076"/>
          <ac:picMkLst>
            <pc:docMk/>
            <pc:sldMk cId="0" sldId="260"/>
            <ac:picMk id="9" creationId="{0C484A26-DC03-2201-198E-440CAF45044E}"/>
          </ac:picMkLst>
        </pc:picChg>
        <pc:picChg chg="add mod">
          <ac:chgData name="Леонид Щербаков" userId="ebd282bcc19b821d" providerId="Windows Live" clId="Web-{10E86808-3B18-5671-834C-94E35886B9CF}" dt="2024-09-24T19:03:31.456" v="1062" actId="1076"/>
          <ac:picMkLst>
            <pc:docMk/>
            <pc:sldMk cId="0" sldId="260"/>
            <ac:picMk id="10" creationId="{9A81DC8D-9003-1054-356C-DE1BF8D70C95}"/>
          </ac:picMkLst>
        </pc:picChg>
        <pc:picChg chg="add del mod">
          <ac:chgData name="Леонид Щербаков" userId="ebd282bcc19b821d" providerId="Windows Live" clId="Web-{10E86808-3B18-5671-834C-94E35886B9CF}" dt="2024-09-24T19:08:24.837" v="1104"/>
          <ac:picMkLst>
            <pc:docMk/>
            <pc:sldMk cId="0" sldId="260"/>
            <ac:picMk id="11" creationId="{5B2707DC-0916-FFAB-D087-CD01C24043B2}"/>
          </ac:picMkLst>
        </pc:picChg>
      </pc:sldChg>
      <pc:sldChg chg="addSp delSp modSp ord">
        <pc:chgData name="Леонид Щербаков" userId="ebd282bcc19b821d" providerId="Windows Live" clId="Web-{10E86808-3B18-5671-834C-94E35886B9CF}" dt="2024-09-25T07:20:55.449" v="1800" actId="20577"/>
        <pc:sldMkLst>
          <pc:docMk/>
          <pc:sldMk cId="0" sldId="261"/>
        </pc:sldMkLst>
        <pc:spChg chg="mod">
          <ac:chgData name="Леонид Щербаков" userId="ebd282bcc19b821d" providerId="Windows Live" clId="Web-{10E86808-3B18-5671-834C-94E35886B9CF}" dt="2024-09-25T07:13:41.845" v="1646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Леонид Щербаков" userId="ebd282bcc19b821d" providerId="Windows Live" clId="Web-{10E86808-3B18-5671-834C-94E35886B9CF}" dt="2024-09-25T07:20:55.449" v="1800" actId="20577"/>
          <ac:spMkLst>
            <pc:docMk/>
            <pc:sldMk cId="0" sldId="261"/>
            <ac:spMk id="4" creationId="{00000000-0000-0000-0000-000000000000}"/>
          </ac:spMkLst>
        </pc:spChg>
        <pc:picChg chg="del">
          <ac:chgData name="Леонид Щербаков" userId="ebd282bcc19b821d" providerId="Windows Live" clId="Web-{10E86808-3B18-5671-834C-94E35886B9CF}" dt="2024-09-25T07:11:42.904" v="1621"/>
          <ac:picMkLst>
            <pc:docMk/>
            <pc:sldMk cId="0" sldId="261"/>
            <ac:picMk id="5" creationId="{00000000-0000-0000-0000-000000000000}"/>
          </ac:picMkLst>
        </pc:picChg>
        <pc:picChg chg="add del mod">
          <ac:chgData name="Леонид Щербаков" userId="ebd282bcc19b821d" providerId="Windows Live" clId="Web-{10E86808-3B18-5671-834C-94E35886B9CF}" dt="2024-09-25T07:18:02.257" v="1778"/>
          <ac:picMkLst>
            <pc:docMk/>
            <pc:sldMk cId="0" sldId="261"/>
            <ac:picMk id="7" creationId="{F2885EB0-59B5-F1AA-D581-6DC40438806C}"/>
          </ac:picMkLst>
        </pc:picChg>
        <pc:picChg chg="add del mod">
          <ac:chgData name="Леонид Щербаков" userId="ebd282bcc19b821d" providerId="Windows Live" clId="Web-{10E86808-3B18-5671-834C-94E35886B9CF}" dt="2024-09-25T07:19:21.181" v="1784"/>
          <ac:picMkLst>
            <pc:docMk/>
            <pc:sldMk cId="0" sldId="261"/>
            <ac:picMk id="8" creationId="{6F1E6FA8-8FD5-151B-DC21-B8C3A458553C}"/>
          </ac:picMkLst>
        </pc:picChg>
        <pc:picChg chg="add mod">
          <ac:chgData name="Леонид Щербаков" userId="ebd282bcc19b821d" providerId="Windows Live" clId="Web-{10E86808-3B18-5671-834C-94E35886B9CF}" dt="2024-09-25T07:19:58.463" v="1794" actId="1076"/>
          <ac:picMkLst>
            <pc:docMk/>
            <pc:sldMk cId="0" sldId="261"/>
            <ac:picMk id="9" creationId="{9BD98D99-813E-3168-E753-35D98AA3C985}"/>
          </ac:picMkLst>
        </pc:picChg>
        <pc:picChg chg="add mod">
          <ac:chgData name="Леонид Щербаков" userId="ebd282bcc19b821d" providerId="Windows Live" clId="Web-{10E86808-3B18-5671-834C-94E35886B9CF}" dt="2024-09-25T07:19:53.713" v="1791" actId="1076"/>
          <ac:picMkLst>
            <pc:docMk/>
            <pc:sldMk cId="0" sldId="261"/>
            <ac:picMk id="10" creationId="{DCAA7DA9-A07D-429D-3D74-7CB8374E233B}"/>
          </ac:picMkLst>
        </pc:picChg>
      </pc:sldChg>
      <pc:sldChg chg="modSp del">
        <pc:chgData name="Леонид Щербаков" userId="ebd282bcc19b821d" providerId="Windows Live" clId="Web-{10E86808-3B18-5671-834C-94E35886B9CF}" dt="2024-09-25T08:01:38.385" v="2408"/>
        <pc:sldMkLst>
          <pc:docMk/>
          <pc:sldMk cId="0" sldId="262"/>
        </pc:sldMkLst>
        <pc:spChg chg="mod">
          <ac:chgData name="Леонид Щербаков" userId="ebd282bcc19b821d" providerId="Windows Live" clId="Web-{10E86808-3B18-5671-834C-94E35886B9CF}" dt="2024-09-25T07:49:48.023" v="2087" actId="20577"/>
          <ac:spMkLst>
            <pc:docMk/>
            <pc:sldMk cId="0" sldId="262"/>
            <ac:spMk id="3" creationId="{00000000-0000-0000-0000-000000000000}"/>
          </ac:spMkLst>
        </pc:spChg>
      </pc:sldChg>
      <pc:sldChg chg="addSp delSp modSp">
        <pc:chgData name="Леонид Щербаков" userId="ebd282bcc19b821d" providerId="Windows Live" clId="Web-{10E86808-3B18-5671-834C-94E35886B9CF}" dt="2024-09-25T07:35:38.112" v="1958" actId="1076"/>
        <pc:sldMkLst>
          <pc:docMk/>
          <pc:sldMk cId="0" sldId="263"/>
        </pc:sldMkLst>
        <pc:spChg chg="mod">
          <ac:chgData name="Леонид Щербаков" userId="ebd282bcc19b821d" providerId="Windows Live" clId="Web-{10E86808-3B18-5671-834C-94E35886B9CF}" dt="2024-09-25T07:22:57.905" v="1834" actId="20577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Леонид Щербаков" userId="ebd282bcc19b821d" providerId="Windows Live" clId="Web-{10E86808-3B18-5671-834C-94E35886B9CF}" dt="2024-09-25T07:23:02.280" v="1837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Леонид Щербаков" userId="ebd282bcc19b821d" providerId="Windows Live" clId="Web-{10E86808-3B18-5671-834C-94E35886B9CF}" dt="2024-09-25T07:35:38.018" v="1948" actId="1076"/>
          <ac:spMkLst>
            <pc:docMk/>
            <pc:sldMk cId="0" sldId="263"/>
            <ac:spMk id="5" creationId="{4648432B-9FC2-1D79-8C15-64E31BF6480D}"/>
          </ac:spMkLst>
        </pc:spChg>
        <pc:spChg chg="add mod">
          <ac:chgData name="Леонид Щербаков" userId="ebd282bcc19b821d" providerId="Windows Live" clId="Web-{10E86808-3B18-5671-834C-94E35886B9CF}" dt="2024-09-25T07:35:38.033" v="1949" actId="1076"/>
          <ac:spMkLst>
            <pc:docMk/>
            <pc:sldMk cId="0" sldId="263"/>
            <ac:spMk id="7" creationId="{893A33AB-F95B-E1DF-B4D0-294ED049C654}"/>
          </ac:spMkLst>
        </pc:spChg>
        <pc:spChg chg="add mod">
          <ac:chgData name="Леонид Щербаков" userId="ebd282bcc19b821d" providerId="Windows Live" clId="Web-{10E86808-3B18-5671-834C-94E35886B9CF}" dt="2024-09-25T07:35:38.049" v="1950" actId="1076"/>
          <ac:spMkLst>
            <pc:docMk/>
            <pc:sldMk cId="0" sldId="263"/>
            <ac:spMk id="8" creationId="{7ED4808C-2560-8E9A-82F0-5CEAC9148044}"/>
          </ac:spMkLst>
        </pc:spChg>
        <pc:spChg chg="add mod">
          <ac:chgData name="Леонид Щербаков" userId="ebd282bcc19b821d" providerId="Windows Live" clId="Web-{10E86808-3B18-5671-834C-94E35886B9CF}" dt="2024-09-25T07:35:38.049" v="1951" actId="1076"/>
          <ac:spMkLst>
            <pc:docMk/>
            <pc:sldMk cId="0" sldId="263"/>
            <ac:spMk id="9" creationId="{4BAC4C34-0E56-7D5A-0F87-24B3E81FDB44}"/>
          </ac:spMkLst>
        </pc:spChg>
        <pc:spChg chg="add del mod">
          <ac:chgData name="Леонид Щербаков" userId="ebd282bcc19b821d" providerId="Windows Live" clId="Web-{10E86808-3B18-5671-834C-94E35886B9CF}" dt="2024-09-25T07:25:20.331" v="1876"/>
          <ac:spMkLst>
            <pc:docMk/>
            <pc:sldMk cId="0" sldId="263"/>
            <ac:spMk id="10" creationId="{DA77BA45-F378-CFCF-3634-C43C70B5F585}"/>
          </ac:spMkLst>
        </pc:spChg>
        <pc:spChg chg="add del mod">
          <ac:chgData name="Леонид Щербаков" userId="ebd282bcc19b821d" providerId="Windows Live" clId="Web-{10E86808-3B18-5671-834C-94E35886B9CF}" dt="2024-09-25T07:25:19.721" v="1875"/>
          <ac:spMkLst>
            <pc:docMk/>
            <pc:sldMk cId="0" sldId="263"/>
            <ac:spMk id="11" creationId="{A023C2E5-B287-2DFB-856E-267639AA87DA}"/>
          </ac:spMkLst>
        </pc:spChg>
        <pc:spChg chg="add mod">
          <ac:chgData name="Леонид Щербаков" userId="ebd282bcc19b821d" providerId="Windows Live" clId="Web-{10E86808-3B18-5671-834C-94E35886B9CF}" dt="2024-09-25T07:35:38.065" v="1952" actId="1076"/>
          <ac:spMkLst>
            <pc:docMk/>
            <pc:sldMk cId="0" sldId="263"/>
            <ac:spMk id="12" creationId="{595149E6-622B-66BA-535C-C7297F3E51ED}"/>
          </ac:spMkLst>
        </pc:spChg>
        <pc:spChg chg="add mod">
          <ac:chgData name="Леонид Щербаков" userId="ebd282bcc19b821d" providerId="Windows Live" clId="Web-{10E86808-3B18-5671-834C-94E35886B9CF}" dt="2024-09-25T07:35:38.080" v="1953" actId="1076"/>
          <ac:spMkLst>
            <pc:docMk/>
            <pc:sldMk cId="0" sldId="263"/>
            <ac:spMk id="13" creationId="{3226456F-297B-883B-8C81-E6E0BB3F9B95}"/>
          </ac:spMkLst>
        </pc:spChg>
        <pc:cxnChg chg="add mod">
          <ac:chgData name="Леонид Щербаков" userId="ebd282bcc19b821d" providerId="Windows Live" clId="Web-{10E86808-3B18-5671-834C-94E35886B9CF}" dt="2024-09-25T07:35:38.112" v="1958" actId="1076"/>
          <ac:cxnSpMkLst>
            <pc:docMk/>
            <pc:sldMk cId="0" sldId="263"/>
            <ac:cxnSpMk id="6" creationId="{17749B8E-A403-FC60-0BD9-B1ABDC387FA4}"/>
          </ac:cxnSpMkLst>
        </pc:cxnChg>
        <pc:cxnChg chg="add mod">
          <ac:chgData name="Леонид Щербаков" userId="ebd282bcc19b821d" providerId="Windows Live" clId="Web-{10E86808-3B18-5671-834C-94E35886B9CF}" dt="2024-09-25T07:35:38.112" v="1957" actId="1076"/>
          <ac:cxnSpMkLst>
            <pc:docMk/>
            <pc:sldMk cId="0" sldId="263"/>
            <ac:cxnSpMk id="14" creationId="{F6B0D94D-FD5D-D4AD-E22C-C219E9320429}"/>
          </ac:cxnSpMkLst>
        </pc:cxnChg>
        <pc:cxnChg chg="add mod">
          <ac:chgData name="Леонид Щербаков" userId="ebd282bcc19b821d" providerId="Windows Live" clId="Web-{10E86808-3B18-5671-834C-94E35886B9CF}" dt="2024-09-25T07:35:38.080" v="1954" actId="1076"/>
          <ac:cxnSpMkLst>
            <pc:docMk/>
            <pc:sldMk cId="0" sldId="263"/>
            <ac:cxnSpMk id="15" creationId="{310A4881-EF48-F1DF-74EF-342E4F60A4B7}"/>
          </ac:cxnSpMkLst>
        </pc:cxnChg>
        <pc:cxnChg chg="add mod">
          <ac:chgData name="Леонид Щербаков" userId="ebd282bcc19b821d" providerId="Windows Live" clId="Web-{10E86808-3B18-5671-834C-94E35886B9CF}" dt="2024-09-25T07:35:38.096" v="1955" actId="1076"/>
          <ac:cxnSpMkLst>
            <pc:docMk/>
            <pc:sldMk cId="0" sldId="263"/>
            <ac:cxnSpMk id="16" creationId="{9767FC71-667A-4E2B-B653-4F2AD79B7474}"/>
          </ac:cxnSpMkLst>
        </pc:cxnChg>
        <pc:cxnChg chg="add mod">
          <ac:chgData name="Леонид Щербаков" userId="ebd282bcc19b821d" providerId="Windows Live" clId="Web-{10E86808-3B18-5671-834C-94E35886B9CF}" dt="2024-09-25T07:35:38.096" v="1956" actId="1076"/>
          <ac:cxnSpMkLst>
            <pc:docMk/>
            <pc:sldMk cId="0" sldId="263"/>
            <ac:cxnSpMk id="17" creationId="{EB6D9867-4BE0-90CD-78B0-9DA3AF3A504D}"/>
          </ac:cxnSpMkLst>
        </pc:cxnChg>
      </pc:sldChg>
      <pc:sldChg chg="modSp ord">
        <pc:chgData name="Леонид Щербаков" userId="ebd282bcc19b821d" providerId="Windows Live" clId="Web-{10E86808-3B18-5671-834C-94E35886B9CF}" dt="2024-09-25T07:36:46.895" v="2022" actId="20577"/>
        <pc:sldMkLst>
          <pc:docMk/>
          <pc:sldMk cId="0" sldId="264"/>
        </pc:sldMkLst>
        <pc:spChg chg="mod">
          <ac:chgData name="Леонид Щербаков" userId="ebd282bcc19b821d" providerId="Windows Live" clId="Web-{10E86808-3B18-5671-834C-94E35886B9CF}" dt="2024-09-25T07:36:46.895" v="2022" actId="20577"/>
          <ac:spMkLst>
            <pc:docMk/>
            <pc:sldMk cId="0" sldId="264"/>
            <ac:spMk id="4" creationId="{00000000-0000-0000-0000-000000000000}"/>
          </ac:spMkLst>
        </pc:spChg>
      </pc:sldChg>
      <pc:sldChg chg="addSp delSp modSp ord">
        <pc:chgData name="Леонид Щербаков" userId="ebd282bcc19b821d" providerId="Windows Live" clId="Web-{10E86808-3B18-5671-834C-94E35886B9CF}" dt="2024-09-25T08:01:53.416" v="2412" actId="20577"/>
        <pc:sldMkLst>
          <pc:docMk/>
          <pc:sldMk cId="0" sldId="265"/>
        </pc:sldMkLst>
        <pc:spChg chg="mod">
          <ac:chgData name="Леонид Щербаков" userId="ebd282bcc19b821d" providerId="Windows Live" clId="Web-{10E86808-3B18-5671-834C-94E35886B9CF}" dt="2024-09-25T08:01:53.416" v="2412" actId="20577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Леонид Щербаков" userId="ebd282bcc19b821d" providerId="Windows Live" clId="Web-{10E86808-3B18-5671-834C-94E35886B9CF}" dt="2024-09-25T07:42:55.294" v="2036"/>
          <ac:spMkLst>
            <pc:docMk/>
            <pc:sldMk cId="0" sldId="265"/>
            <ac:spMk id="4" creationId="{00000000-0000-0000-0000-000000000000}"/>
          </ac:spMkLst>
        </pc:spChg>
        <pc:spChg chg="add mod">
          <ac:chgData name="Леонид Щербаков" userId="ebd282bcc19b821d" providerId="Windows Live" clId="Web-{10E86808-3B18-5671-834C-94E35886B9CF}" dt="2024-09-25T07:44:09.234" v="2051" actId="20577"/>
          <ac:spMkLst>
            <pc:docMk/>
            <pc:sldMk cId="0" sldId="265"/>
            <ac:spMk id="8" creationId="{C078DE2B-6C0F-AEC2-178F-F590A01F0082}"/>
          </ac:spMkLst>
        </pc:spChg>
        <pc:spChg chg="add mod">
          <ac:chgData name="Леонид Щербаков" userId="ebd282bcc19b821d" providerId="Windows Live" clId="Web-{10E86808-3B18-5671-834C-94E35886B9CF}" dt="2024-09-25T07:44:25.797" v="2062" actId="14100"/>
          <ac:spMkLst>
            <pc:docMk/>
            <pc:sldMk cId="0" sldId="265"/>
            <ac:spMk id="10" creationId="{44730C62-1BF9-FD85-C6B0-B7397D1E47AA}"/>
          </ac:spMkLst>
        </pc:spChg>
        <pc:spChg chg="add mod">
          <ac:chgData name="Леонид Щербаков" userId="ebd282bcc19b821d" providerId="Windows Live" clId="Web-{10E86808-3B18-5671-834C-94E35886B9CF}" dt="2024-09-25T07:44:33.469" v="2071" actId="20577"/>
          <ac:spMkLst>
            <pc:docMk/>
            <pc:sldMk cId="0" sldId="265"/>
            <ac:spMk id="12" creationId="{BA0DD2CF-27C9-0C88-9612-3C0DCA65FCF1}"/>
          </ac:spMkLst>
        </pc:spChg>
        <pc:picChg chg="add mod">
          <ac:chgData name="Леонид Щербаков" userId="ebd282bcc19b821d" providerId="Windows Live" clId="Web-{10E86808-3B18-5671-834C-94E35886B9CF}" dt="2024-09-25T07:43:04.904" v="2038" actId="1076"/>
          <ac:picMkLst>
            <pc:docMk/>
            <pc:sldMk cId="0" sldId="265"/>
            <ac:picMk id="5" creationId="{D2014C0B-DF7D-52EE-80E4-AF539FB2964D}"/>
          </ac:picMkLst>
        </pc:picChg>
        <pc:cxnChg chg="add mod">
          <ac:chgData name="Леонид Щербаков" userId="ebd282bcc19b821d" providerId="Windows Live" clId="Web-{10E86808-3B18-5671-834C-94E35886B9CF}" dt="2024-09-25T07:46:26.221" v="2083" actId="14100"/>
          <ac:cxnSpMkLst>
            <pc:docMk/>
            <pc:sldMk cId="0" sldId="265"/>
            <ac:cxnSpMk id="6" creationId="{2C0F7AB2-A265-F9BC-6E81-236E845BFD3F}"/>
          </ac:cxnSpMkLst>
        </pc:cxnChg>
        <pc:cxnChg chg="add mod">
          <ac:chgData name="Леонид Щербаков" userId="ebd282bcc19b821d" providerId="Windows Live" clId="Web-{10E86808-3B18-5671-834C-94E35886B9CF}" dt="2024-09-25T07:46:34.878" v="2084" actId="14100"/>
          <ac:cxnSpMkLst>
            <pc:docMk/>
            <pc:sldMk cId="0" sldId="265"/>
            <ac:cxnSpMk id="13" creationId="{95394143-1947-C232-7A8E-7B3EA1F152A8}"/>
          </ac:cxnSpMkLst>
        </pc:cxnChg>
        <pc:cxnChg chg="add mod">
          <ac:chgData name="Леонид Щербаков" userId="ebd282bcc19b821d" providerId="Windows Live" clId="Web-{10E86808-3B18-5671-834C-94E35886B9CF}" dt="2024-09-25T07:46:20.846" v="2082"/>
          <ac:cxnSpMkLst>
            <pc:docMk/>
            <pc:sldMk cId="0" sldId="265"/>
            <ac:cxnSpMk id="14" creationId="{36E278D1-9A86-2137-9174-C92816B8CBBC}"/>
          </ac:cxnSpMkLst>
        </pc:cxnChg>
      </pc:sldChg>
      <pc:sldChg chg="del">
        <pc:chgData name="Леонид Щербаков" userId="ebd282bcc19b821d" providerId="Windows Live" clId="Web-{10E86808-3B18-5671-834C-94E35886B9CF}" dt="2024-09-25T08:01:41.635" v="2409"/>
        <pc:sldMkLst>
          <pc:docMk/>
          <pc:sldMk cId="0" sldId="266"/>
        </pc:sldMkLst>
      </pc:sldChg>
      <pc:sldChg chg="modSp">
        <pc:chgData name="Леонид Щербаков" userId="ebd282bcc19b821d" providerId="Windows Live" clId="Web-{10E86808-3B18-5671-834C-94E35886B9CF}" dt="2024-09-25T08:05:07.999" v="2503" actId="20577"/>
        <pc:sldMkLst>
          <pc:docMk/>
          <pc:sldMk cId="0" sldId="267"/>
        </pc:sldMkLst>
        <pc:spChg chg="mod">
          <ac:chgData name="Леонид Щербаков" userId="ebd282bcc19b821d" providerId="Windows Live" clId="Web-{10E86808-3B18-5671-834C-94E35886B9CF}" dt="2024-09-25T08:05:07.999" v="2503" actId="20577"/>
          <ac:spMkLst>
            <pc:docMk/>
            <pc:sldMk cId="0" sldId="267"/>
            <ac:spMk id="4" creationId="{00000000-0000-0000-0000-000000000000}"/>
          </ac:spMkLst>
        </pc:spChg>
      </pc:sldChg>
      <pc:sldChg chg="addSp delSp modSp">
        <pc:chgData name="Леонид Щербаков" userId="ebd282bcc19b821d" providerId="Windows Live" clId="Web-{10E86808-3B18-5671-834C-94E35886B9CF}" dt="2024-09-25T08:06:28.720" v="2510"/>
        <pc:sldMkLst>
          <pc:docMk/>
          <pc:sldMk cId="0" sldId="268"/>
        </pc:sldMkLst>
        <pc:picChg chg="del">
          <ac:chgData name="Леонид Щербаков" userId="ebd282bcc19b821d" providerId="Windows Live" clId="Web-{10E86808-3B18-5671-834C-94E35886B9CF}" dt="2024-09-25T08:06:06.407" v="2504"/>
          <ac:picMkLst>
            <pc:docMk/>
            <pc:sldMk cId="0" sldId="268"/>
            <ac:picMk id="4" creationId="{00000000-0000-0000-0000-000000000000}"/>
          </ac:picMkLst>
        </pc:picChg>
        <pc:picChg chg="del">
          <ac:chgData name="Леонид Щербаков" userId="ebd282bcc19b821d" providerId="Windows Live" clId="Web-{10E86808-3B18-5671-834C-94E35886B9CF}" dt="2024-09-25T08:06:09.563" v="2507"/>
          <ac:picMkLst>
            <pc:docMk/>
            <pc:sldMk cId="0" sldId="268"/>
            <ac:picMk id="5" creationId="{00000000-0000-0000-0000-000000000000}"/>
          </ac:picMkLst>
        </pc:picChg>
        <pc:picChg chg="add del mod">
          <ac:chgData name="Леонид Щербаков" userId="ebd282bcc19b821d" providerId="Windows Live" clId="Web-{10E86808-3B18-5671-834C-94E35886B9CF}" dt="2024-09-25T08:06:27.470" v="2509"/>
          <ac:picMkLst>
            <pc:docMk/>
            <pc:sldMk cId="0" sldId="268"/>
            <ac:picMk id="6" creationId="{D604244D-F2C2-199C-02A3-F34A58F01507}"/>
          </ac:picMkLst>
        </pc:picChg>
        <pc:picChg chg="add mod">
          <ac:chgData name="Леонид Щербаков" userId="ebd282bcc19b821d" providerId="Windows Live" clId="Web-{10E86808-3B18-5671-834C-94E35886B9CF}" dt="2024-09-25T08:06:28.720" v="2510"/>
          <ac:picMkLst>
            <pc:docMk/>
            <pc:sldMk cId="0" sldId="268"/>
            <ac:picMk id="7" creationId="{FDD55691-F52D-2AD3-A8E2-3CBB60923C9A}"/>
          </ac:picMkLst>
        </pc:picChg>
      </pc:sldChg>
      <pc:sldChg chg="del">
        <pc:chgData name="Леонид Щербаков" userId="ebd282bcc19b821d" providerId="Windows Live" clId="Web-{10E86808-3B18-5671-834C-94E35886B9CF}" dt="2024-09-25T08:02:06.073" v="2414"/>
        <pc:sldMkLst>
          <pc:docMk/>
          <pc:sldMk cId="0" sldId="272"/>
        </pc:sldMkLst>
      </pc:sldChg>
      <pc:sldChg chg="addSp delSp modSp">
        <pc:chgData name="Леонид Щербаков" userId="ebd282bcc19b821d" providerId="Windows Live" clId="Web-{10E86808-3B18-5671-834C-94E35886B9CF}" dt="2024-09-25T08:00:18.133" v="2407" actId="20577"/>
        <pc:sldMkLst>
          <pc:docMk/>
          <pc:sldMk cId="0" sldId="273"/>
        </pc:sldMkLst>
        <pc:spChg chg="mod">
          <ac:chgData name="Леонид Щербаков" userId="ebd282bcc19b821d" providerId="Windows Live" clId="Web-{10E86808-3B18-5671-834C-94E35886B9CF}" dt="2024-09-24T19:11:03.630" v="1122" actId="20577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Леонид Щербаков" userId="ebd282bcc19b821d" providerId="Windows Live" clId="Web-{10E86808-3B18-5671-834C-94E35886B9CF}" dt="2024-09-24T19:11:25.131" v="1126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Леонид Щербаков" userId="ebd282bcc19b821d" providerId="Windows Live" clId="Web-{10E86808-3B18-5671-834C-94E35886B9CF}" dt="2024-09-25T08:00:18.133" v="2407" actId="20577"/>
          <ac:spMkLst>
            <pc:docMk/>
            <pc:sldMk cId="0" sldId="273"/>
            <ac:spMk id="9" creationId="{E5D62DCD-50E2-D9BD-17A9-A42383CA932F}"/>
          </ac:spMkLst>
        </pc:spChg>
        <pc:picChg chg="add mod">
          <ac:chgData name="Леонид Щербаков" userId="ebd282bcc19b821d" providerId="Windows Live" clId="Web-{10E86808-3B18-5671-834C-94E35886B9CF}" dt="2024-09-25T07:59:52.992" v="2383" actId="1076"/>
          <ac:picMkLst>
            <pc:docMk/>
            <pc:sldMk cId="0" sldId="273"/>
            <ac:picMk id="4" creationId="{A791DEDB-681F-18E3-6CAF-16E581EAA35F}"/>
          </ac:picMkLst>
        </pc:picChg>
        <pc:picChg chg="del">
          <ac:chgData name="Леонид Щербаков" userId="ebd282bcc19b821d" providerId="Windows Live" clId="Web-{10E86808-3B18-5671-834C-94E35886B9CF}" dt="2024-09-24T19:11:23.459" v="1123"/>
          <ac:picMkLst>
            <pc:docMk/>
            <pc:sldMk cId="0" sldId="273"/>
            <ac:picMk id="5" creationId="{00000000-0000-0000-0000-000000000000}"/>
          </ac:picMkLst>
        </pc:picChg>
        <pc:picChg chg="del">
          <ac:chgData name="Леонид Щербаков" userId="ebd282bcc19b821d" providerId="Windows Live" clId="Web-{10E86808-3B18-5671-834C-94E35886B9CF}" dt="2024-09-24T19:11:24.038" v="1124"/>
          <ac:picMkLst>
            <pc:docMk/>
            <pc:sldMk cId="0" sldId="273"/>
            <ac:picMk id="6" creationId="{00000000-0000-0000-0000-000000000000}"/>
          </ac:picMkLst>
        </pc:picChg>
        <pc:picChg chg="del">
          <ac:chgData name="Леонид Щербаков" userId="ebd282bcc19b821d" providerId="Windows Live" clId="Web-{10E86808-3B18-5671-834C-94E35886B9CF}" dt="2024-09-24T19:11:25.522" v="1127"/>
          <ac:picMkLst>
            <pc:docMk/>
            <pc:sldMk cId="0" sldId="273"/>
            <ac:picMk id="7" creationId="{00000000-0000-0000-0000-000000000000}"/>
          </ac:picMkLst>
        </pc:picChg>
        <pc:picChg chg="del">
          <ac:chgData name="Леонид Щербаков" userId="ebd282bcc19b821d" providerId="Windows Live" clId="Web-{10E86808-3B18-5671-834C-94E35886B9CF}" dt="2024-09-24T19:11:26.132" v="1128"/>
          <ac:picMkLst>
            <pc:docMk/>
            <pc:sldMk cId="0" sldId="273"/>
            <ac:picMk id="8" creationId="{00000000-0000-0000-0000-000000000000}"/>
          </ac:picMkLst>
        </pc:picChg>
      </pc:sldChg>
      <pc:sldChg chg="addSp delSp modSp ord">
        <pc:chgData name="Леонид Щербаков" userId="ebd282bcc19b821d" providerId="Windows Live" clId="Web-{10E86808-3B18-5671-834C-94E35886B9CF}" dt="2024-09-25T07:03:54.033" v="1495" actId="20577"/>
        <pc:sldMkLst>
          <pc:docMk/>
          <pc:sldMk cId="0" sldId="274"/>
        </pc:sldMkLst>
        <pc:spChg chg="mod">
          <ac:chgData name="Леонид Щербаков" userId="ebd282bcc19b821d" providerId="Windows Live" clId="Web-{10E86808-3B18-5671-834C-94E35886B9CF}" dt="2024-09-25T07:03:54.033" v="1495" actId="20577"/>
          <ac:spMkLst>
            <pc:docMk/>
            <pc:sldMk cId="0" sldId="274"/>
            <ac:spMk id="4" creationId="{00000000-0000-0000-0000-000000000000}"/>
          </ac:spMkLst>
        </pc:spChg>
        <pc:picChg chg="del">
          <ac:chgData name="Леонид Щербаков" userId="ebd282bcc19b821d" providerId="Windows Live" clId="Web-{10E86808-3B18-5671-834C-94E35886B9CF}" dt="2024-09-25T07:00:29.966" v="1460"/>
          <ac:picMkLst>
            <pc:docMk/>
            <pc:sldMk cId="0" sldId="274"/>
            <ac:picMk id="5" creationId="{00000000-0000-0000-0000-000000000000}"/>
          </ac:picMkLst>
        </pc:picChg>
        <pc:picChg chg="add mod">
          <ac:chgData name="Леонид Щербаков" userId="ebd282bcc19b821d" providerId="Windows Live" clId="Web-{10E86808-3B18-5671-834C-94E35886B9CF}" dt="2024-09-25T07:00:55.716" v="1466" actId="1076"/>
          <ac:picMkLst>
            <pc:docMk/>
            <pc:sldMk cId="0" sldId="274"/>
            <ac:picMk id="6" creationId="{546817E0-B0D3-2E61-3B07-476A211515D4}"/>
          </ac:picMkLst>
        </pc:picChg>
        <pc:picChg chg="add mod">
          <ac:chgData name="Леонид Щербаков" userId="ebd282bcc19b821d" providerId="Windows Live" clId="Web-{10E86808-3B18-5671-834C-94E35886B9CF}" dt="2024-09-25T07:01:31.905" v="1473" actId="14100"/>
          <ac:picMkLst>
            <pc:docMk/>
            <pc:sldMk cId="0" sldId="274"/>
            <ac:picMk id="7" creationId="{008D52D1-158F-0F34-15F7-6ADD78589149}"/>
          </ac:picMkLst>
        </pc:picChg>
      </pc:sldChg>
      <pc:sldChg chg="del">
        <pc:chgData name="Леонид Щербаков" userId="ebd282bcc19b821d" providerId="Windows Live" clId="Web-{10E86808-3B18-5671-834C-94E35886B9CF}" dt="2024-09-25T08:02:05.120" v="2413"/>
        <pc:sldMkLst>
          <pc:docMk/>
          <pc:sldMk cId="0" sldId="275"/>
        </pc:sldMkLst>
      </pc:sldChg>
      <pc:sldChg chg="addSp delSp modSp">
        <pc:chgData name="Леонид Щербаков" userId="ebd282bcc19b821d" providerId="Windows Live" clId="Web-{10E86808-3B18-5671-834C-94E35886B9CF}" dt="2024-09-24T18:30:19.280" v="515" actId="20577"/>
        <pc:sldMkLst>
          <pc:docMk/>
          <pc:sldMk cId="0" sldId="276"/>
        </pc:sldMkLst>
        <pc:spChg chg="mod">
          <ac:chgData name="Леонид Щербаков" userId="ebd282bcc19b821d" providerId="Windows Live" clId="Web-{10E86808-3B18-5671-834C-94E35886B9CF}" dt="2024-09-24T18:15:13.980" v="154" actId="20577"/>
          <ac:spMkLst>
            <pc:docMk/>
            <pc:sldMk cId="0" sldId="276"/>
            <ac:spMk id="3" creationId="{00000000-0000-0000-0000-000000000000}"/>
          </ac:spMkLst>
        </pc:spChg>
        <pc:spChg chg="mod">
          <ac:chgData name="Леонид Щербаков" userId="ebd282bcc19b821d" providerId="Windows Live" clId="Web-{10E86808-3B18-5671-834C-94E35886B9CF}" dt="2024-09-24T18:24:06.644" v="430" actId="14100"/>
          <ac:spMkLst>
            <pc:docMk/>
            <pc:sldMk cId="0" sldId="276"/>
            <ac:spMk id="4" creationId="{00000000-0000-0000-0000-000000000000}"/>
          </ac:spMkLst>
        </pc:spChg>
        <pc:spChg chg="add mod">
          <ac:chgData name="Леонид Щербаков" userId="ebd282bcc19b821d" providerId="Windows Live" clId="Web-{10E86808-3B18-5671-834C-94E35886B9CF}" dt="2024-09-24T18:30:05.217" v="509" actId="1076"/>
          <ac:spMkLst>
            <pc:docMk/>
            <pc:sldMk cId="0" sldId="276"/>
            <ac:spMk id="19" creationId="{96FA6301-D25C-B50E-389B-6D35AA9CC589}"/>
          </ac:spMkLst>
        </pc:spChg>
        <pc:spChg chg="add mod">
          <ac:chgData name="Леонид Щербаков" userId="ebd282bcc19b821d" providerId="Windows Live" clId="Web-{10E86808-3B18-5671-834C-94E35886B9CF}" dt="2024-09-24T18:30:17.093" v="513" actId="20577"/>
          <ac:spMkLst>
            <pc:docMk/>
            <pc:sldMk cId="0" sldId="276"/>
            <ac:spMk id="20" creationId="{7C606480-7B51-0525-CAD9-697063C216B4}"/>
          </ac:spMkLst>
        </pc:spChg>
        <pc:spChg chg="add mod">
          <ac:chgData name="Леонид Щербаков" userId="ebd282bcc19b821d" providerId="Windows Live" clId="Web-{10E86808-3B18-5671-834C-94E35886B9CF}" dt="2024-09-24T18:30:19.280" v="515" actId="20577"/>
          <ac:spMkLst>
            <pc:docMk/>
            <pc:sldMk cId="0" sldId="276"/>
            <ac:spMk id="21" creationId="{AE52F584-7093-2E5E-2614-ECC67650F54E}"/>
          </ac:spMkLst>
        </pc:spChg>
        <pc:picChg chg="del mod">
          <ac:chgData name="Леонид Щербаков" userId="ebd282bcc19b821d" providerId="Windows Live" clId="Web-{10E86808-3B18-5671-834C-94E35886B9CF}" dt="2024-09-24T18:20:11.846" v="417"/>
          <ac:picMkLst>
            <pc:docMk/>
            <pc:sldMk cId="0" sldId="276"/>
            <ac:picMk id="5" creationId="{00000000-0000-0000-0000-000000000000}"/>
          </ac:picMkLst>
        </pc:picChg>
        <pc:picChg chg="add mod">
          <ac:chgData name="Леонид Щербаков" userId="ebd282bcc19b821d" providerId="Windows Live" clId="Web-{10E86808-3B18-5671-834C-94E35886B9CF}" dt="2024-09-24T18:25:43.338" v="446" actId="1076"/>
          <ac:picMkLst>
            <pc:docMk/>
            <pc:sldMk cId="0" sldId="276"/>
            <ac:picMk id="6" creationId="{FFA5E2F3-9AB0-9EE7-D876-464559D4647D}"/>
          </ac:picMkLst>
        </pc:picChg>
        <pc:picChg chg="add mod">
          <ac:chgData name="Леонид Щербаков" userId="ebd282bcc19b821d" providerId="Windows Live" clId="Web-{10E86808-3B18-5671-834C-94E35886B9CF}" dt="2024-09-24T18:24:49.882" v="438" actId="1076"/>
          <ac:picMkLst>
            <pc:docMk/>
            <pc:sldMk cId="0" sldId="276"/>
            <ac:picMk id="7" creationId="{ECF2BA7B-EC05-418A-64D7-16BE1986193F}"/>
          </ac:picMkLst>
        </pc:picChg>
        <pc:picChg chg="add del mod">
          <ac:chgData name="Леонид Щербаков" userId="ebd282bcc19b821d" providerId="Windows Live" clId="Web-{10E86808-3B18-5671-834C-94E35886B9CF}" dt="2024-09-24T18:27:18.736" v="468"/>
          <ac:picMkLst>
            <pc:docMk/>
            <pc:sldMk cId="0" sldId="276"/>
            <ac:picMk id="14" creationId="{FC11BA10-9EA8-316F-F8AC-8E47E7E89D8E}"/>
          </ac:picMkLst>
        </pc:picChg>
        <pc:picChg chg="add mod">
          <ac:chgData name="Леонид Щербаков" userId="ebd282bcc19b821d" providerId="Windows Live" clId="Web-{10E86808-3B18-5671-834C-94E35886B9CF}" dt="2024-09-24T18:27:32.675" v="475"/>
          <ac:picMkLst>
            <pc:docMk/>
            <pc:sldMk cId="0" sldId="276"/>
            <ac:picMk id="15" creationId="{A993A437-98D3-2A72-2216-77675487E027}"/>
          </ac:picMkLst>
        </pc:picChg>
        <pc:picChg chg="add mod">
          <ac:chgData name="Леонид Щербаков" userId="ebd282bcc19b821d" providerId="Windows Live" clId="Web-{10E86808-3B18-5671-834C-94E35886B9CF}" dt="2024-09-24T18:27:23.502" v="471" actId="1076"/>
          <ac:picMkLst>
            <pc:docMk/>
            <pc:sldMk cId="0" sldId="276"/>
            <ac:picMk id="17" creationId="{D9657B4D-2BE3-654C-C99F-0F45B8E7202E}"/>
          </ac:picMkLst>
        </pc:picChg>
        <pc:cxnChg chg="add del">
          <ac:chgData name="Леонид Щербаков" userId="ebd282bcc19b821d" providerId="Windows Live" clId="Web-{10E86808-3B18-5671-834C-94E35886B9CF}" dt="2024-09-24T18:25:03.164" v="442"/>
          <ac:cxnSpMkLst>
            <pc:docMk/>
            <pc:sldMk cId="0" sldId="276"/>
            <ac:cxnSpMk id="9" creationId="{9EC870C7-F713-D29B-629D-C3D2C6173238}"/>
          </ac:cxnSpMkLst>
        </pc:cxnChg>
        <pc:cxnChg chg="add mod">
          <ac:chgData name="Леонид Щербаков" userId="ebd282bcc19b821d" providerId="Windows Live" clId="Web-{10E86808-3B18-5671-834C-94E35886B9CF}" dt="2024-09-24T18:25:23.243" v="443"/>
          <ac:cxnSpMkLst>
            <pc:docMk/>
            <pc:sldMk cId="0" sldId="276"/>
            <ac:cxnSpMk id="11" creationId="{A1920C6A-9497-AE47-2ADF-0E9A1A1567E9}"/>
          </ac:cxnSpMkLst>
        </pc:cxnChg>
        <pc:cxnChg chg="add mod">
          <ac:chgData name="Леонид Щербаков" userId="ebd282bcc19b821d" providerId="Windows Live" clId="Web-{10E86808-3B18-5671-834C-94E35886B9CF}" dt="2024-09-24T18:29:03.212" v="483" actId="1076"/>
          <ac:cxnSpMkLst>
            <pc:docMk/>
            <pc:sldMk cId="0" sldId="276"/>
            <ac:cxnSpMk id="13" creationId="{DE4E70F3-A30E-9736-3F63-5D4C37C843F8}"/>
          </ac:cxnSpMkLst>
        </pc:cxnChg>
        <pc:cxnChg chg="add mod">
          <ac:chgData name="Леонид Щербаков" userId="ebd282bcc19b821d" providerId="Windows Live" clId="Web-{10E86808-3B18-5671-834C-94E35886B9CF}" dt="2024-09-24T18:27:36.737" v="476" actId="1076"/>
          <ac:cxnSpMkLst>
            <pc:docMk/>
            <pc:sldMk cId="0" sldId="276"/>
            <ac:cxnSpMk id="16" creationId="{D4EFC0BA-881C-306C-4638-C0884B63CDBD}"/>
          </ac:cxnSpMkLst>
        </pc:cxnChg>
      </pc:sldChg>
      <pc:sldChg chg="delSp modSp add del replId">
        <pc:chgData name="Леонид Щербаков" userId="ebd282bcc19b821d" providerId="Windows Live" clId="Web-{10E86808-3B18-5671-834C-94E35886B9CF}" dt="2024-09-25T07:05:59.692" v="1496"/>
        <pc:sldMkLst>
          <pc:docMk/>
          <pc:sldMk cId="1442832688" sldId="277"/>
        </pc:sldMkLst>
        <pc:spChg chg="del mod">
          <ac:chgData name="Леонид Щербаков" userId="ebd282bcc19b821d" providerId="Windows Live" clId="Web-{10E86808-3B18-5671-834C-94E35886B9CF}" dt="2024-09-25T07:03:45.892" v="1486"/>
          <ac:spMkLst>
            <pc:docMk/>
            <pc:sldMk cId="1442832688" sldId="277"/>
            <ac:spMk id="4" creationId="{00000000-0000-0000-0000-000000000000}"/>
          </ac:spMkLst>
        </pc:spChg>
      </pc:sldChg>
      <pc:sldChg chg="addSp delSp modSp add replId">
        <pc:chgData name="Леонид Щербаков" userId="ebd282bcc19b821d" providerId="Windows Live" clId="Web-{10E86808-3B18-5671-834C-94E35886B9CF}" dt="2024-09-25T07:09:34.870" v="1536"/>
        <pc:sldMkLst>
          <pc:docMk/>
          <pc:sldMk cId="1861589734" sldId="277"/>
        </pc:sldMkLst>
        <pc:spChg chg="mod">
          <ac:chgData name="Леонид Щербаков" userId="ebd282bcc19b821d" providerId="Windows Live" clId="Web-{10E86808-3B18-5671-834C-94E35886B9CF}" dt="2024-09-25T07:08:09.727" v="1508" actId="20577"/>
          <ac:spMkLst>
            <pc:docMk/>
            <pc:sldMk cId="1861589734" sldId="277"/>
            <ac:spMk id="4" creationId="{00000000-0000-0000-0000-000000000000}"/>
          </ac:spMkLst>
        </pc:spChg>
        <pc:spChg chg="add mod">
          <ac:chgData name="Леонид Щербаков" userId="ebd282bcc19b821d" providerId="Windows Live" clId="Web-{10E86808-3B18-5671-834C-94E35886B9CF}" dt="2024-09-25T07:08:32.946" v="1521" actId="20577"/>
          <ac:spMkLst>
            <pc:docMk/>
            <pc:sldMk cId="1861589734" sldId="277"/>
            <ac:spMk id="5" creationId="{467D9F73-97D3-E0C8-7EFE-50CE8A415249}"/>
          </ac:spMkLst>
        </pc:spChg>
        <pc:spChg chg="add del">
          <ac:chgData name="Леонид Щербаков" userId="ebd282bcc19b821d" providerId="Windows Live" clId="Web-{10E86808-3B18-5671-834C-94E35886B9CF}" dt="2024-09-25T07:08:37.806" v="1524"/>
          <ac:spMkLst>
            <pc:docMk/>
            <pc:sldMk cId="1861589734" sldId="277"/>
            <ac:spMk id="8" creationId="{88AA20BE-5DE3-D570-354D-0DB21DE5817D}"/>
          </ac:spMkLst>
        </pc:spChg>
        <pc:spChg chg="add">
          <ac:chgData name="Леонид Щербаков" userId="ebd282bcc19b821d" providerId="Windows Live" clId="Web-{10E86808-3B18-5671-834C-94E35886B9CF}" dt="2024-09-25T07:09:34.870" v="1536"/>
          <ac:spMkLst>
            <pc:docMk/>
            <pc:sldMk cId="1861589734" sldId="277"/>
            <ac:spMk id="11" creationId="{688C26BD-2D0F-BF32-AC30-3EF25262BA91}"/>
          </ac:spMkLst>
        </pc:spChg>
        <pc:picChg chg="del">
          <ac:chgData name="Леонид Щербаков" userId="ebd282bcc19b821d" providerId="Windows Live" clId="Web-{10E86808-3B18-5671-834C-94E35886B9CF}" dt="2024-09-25T07:08:36.743" v="1522"/>
          <ac:picMkLst>
            <pc:docMk/>
            <pc:sldMk cId="1861589734" sldId="277"/>
            <ac:picMk id="6" creationId="{546817E0-B0D3-2E61-3B07-476A211515D4}"/>
          </ac:picMkLst>
        </pc:picChg>
        <pc:picChg chg="del">
          <ac:chgData name="Леонид Щербаков" userId="ebd282bcc19b821d" providerId="Windows Live" clId="Web-{10E86808-3B18-5671-834C-94E35886B9CF}" dt="2024-09-25T07:09:08.619" v="1532"/>
          <ac:picMkLst>
            <pc:docMk/>
            <pc:sldMk cId="1861589734" sldId="277"/>
            <ac:picMk id="7" creationId="{008D52D1-158F-0F34-15F7-6ADD78589149}"/>
          </ac:picMkLst>
        </pc:picChg>
        <pc:picChg chg="add mod">
          <ac:chgData name="Леонид Щербаков" userId="ebd282bcc19b821d" providerId="Windows Live" clId="Web-{10E86808-3B18-5671-834C-94E35886B9CF}" dt="2024-09-25T07:09:05.744" v="1531" actId="14100"/>
          <ac:picMkLst>
            <pc:docMk/>
            <pc:sldMk cId="1861589734" sldId="277"/>
            <ac:picMk id="9" creationId="{68ACD468-5CC7-53FE-C3FE-F2D9587FEE01}"/>
          </ac:picMkLst>
        </pc:picChg>
        <pc:picChg chg="add mod">
          <ac:chgData name="Леонид Щербаков" userId="ebd282bcc19b821d" providerId="Windows Live" clId="Web-{10E86808-3B18-5671-834C-94E35886B9CF}" dt="2024-09-25T07:09:23.338" v="1535" actId="1076"/>
          <ac:picMkLst>
            <pc:docMk/>
            <pc:sldMk cId="1861589734" sldId="277"/>
            <ac:picMk id="10" creationId="{6CE51EE4-1267-225E-4411-A6420A50231F}"/>
          </ac:picMkLst>
        </pc:picChg>
      </pc:sldChg>
      <pc:sldChg chg="addSp delSp modSp add replId">
        <pc:chgData name="Леонид Щербаков" userId="ebd282bcc19b821d" providerId="Windows Live" clId="Web-{10E86808-3B18-5671-834C-94E35886B9CF}" dt="2024-09-25T07:58:47.178" v="2379" actId="1076"/>
        <pc:sldMkLst>
          <pc:docMk/>
          <pc:sldMk cId="3784843884" sldId="278"/>
        </pc:sldMkLst>
        <pc:spChg chg="mod">
          <ac:chgData name="Леонид Щербаков" userId="ebd282bcc19b821d" providerId="Windows Live" clId="Web-{10E86808-3B18-5671-834C-94E35886B9CF}" dt="2024-09-25T07:50:05.414" v="2092" actId="20577"/>
          <ac:spMkLst>
            <pc:docMk/>
            <pc:sldMk cId="3784843884" sldId="278"/>
            <ac:spMk id="3" creationId="{00000000-0000-0000-0000-000000000000}"/>
          </ac:spMkLst>
        </pc:spChg>
        <pc:spChg chg="mod">
          <ac:chgData name="Леонид Щербаков" userId="ebd282bcc19b821d" providerId="Windows Live" clId="Web-{10E86808-3B18-5671-834C-94E35886B9CF}" dt="2024-09-25T07:57:49.285" v="2376" actId="20577"/>
          <ac:spMkLst>
            <pc:docMk/>
            <pc:sldMk cId="3784843884" sldId="278"/>
            <ac:spMk id="4" creationId="{00000000-0000-0000-0000-000000000000}"/>
          </ac:spMkLst>
        </pc:spChg>
        <pc:picChg chg="add mod">
          <ac:chgData name="Леонид Щербаков" userId="ebd282bcc19b821d" providerId="Windows Live" clId="Web-{10E86808-3B18-5671-834C-94E35886B9CF}" dt="2024-09-25T07:52:46.715" v="2285" actId="1076"/>
          <ac:picMkLst>
            <pc:docMk/>
            <pc:sldMk cId="3784843884" sldId="278"/>
            <ac:picMk id="5" creationId="{089E438B-72D8-DA4C-BC6D-42AF0A591D77}"/>
          </ac:picMkLst>
        </pc:picChg>
        <pc:picChg chg="del">
          <ac:chgData name="Леонид Щербаков" userId="ebd282bcc19b821d" providerId="Windows Live" clId="Web-{10E86808-3B18-5671-834C-94E35886B9CF}" dt="2024-09-25T07:51:45.698" v="2279"/>
          <ac:picMkLst>
            <pc:docMk/>
            <pc:sldMk cId="3784843884" sldId="278"/>
            <ac:picMk id="6" creationId="{6BE470DF-FBF1-7FF7-012D-285DAB83A83A}"/>
          </ac:picMkLst>
        </pc:picChg>
        <pc:picChg chg="add mod">
          <ac:chgData name="Леонид Щербаков" userId="ebd282bcc19b821d" providerId="Windows Live" clId="Web-{10E86808-3B18-5671-834C-94E35886B9CF}" dt="2024-09-25T07:55:24.251" v="2358" actId="1076"/>
          <ac:picMkLst>
            <pc:docMk/>
            <pc:sldMk cId="3784843884" sldId="278"/>
            <ac:picMk id="7" creationId="{86BCEC42-9C45-5FDF-A90E-E2743CACB898}"/>
          </ac:picMkLst>
        </pc:picChg>
        <pc:picChg chg="add mod">
          <ac:chgData name="Леонид Щербаков" userId="ebd282bcc19b821d" providerId="Windows Live" clId="Web-{10E86808-3B18-5671-834C-94E35886B9CF}" dt="2024-09-25T07:58:47.178" v="2379" actId="1076"/>
          <ac:picMkLst>
            <pc:docMk/>
            <pc:sldMk cId="3784843884" sldId="278"/>
            <ac:picMk id="8" creationId="{02759014-CB91-3222-3FE2-4A9EC1DE103F}"/>
          </ac:picMkLst>
        </pc:picChg>
      </pc:sldChg>
      <pc:sldChg chg="modSp add replId">
        <pc:chgData name="Леонид Щербаков" userId="ebd282bcc19b821d" providerId="Windows Live" clId="Web-{10E86808-3B18-5671-834C-94E35886B9CF}" dt="2024-09-25T08:07:12.799" v="2614" actId="20577"/>
        <pc:sldMkLst>
          <pc:docMk/>
          <pc:sldMk cId="1923100606" sldId="279"/>
        </pc:sldMkLst>
        <pc:spChg chg="mod">
          <ac:chgData name="Леонид Щербаков" userId="ebd282bcc19b821d" providerId="Windows Live" clId="Web-{10E86808-3B18-5671-834C-94E35886B9CF}" dt="2024-09-25T08:07:12.799" v="2614" actId="20577"/>
          <ac:spMkLst>
            <pc:docMk/>
            <pc:sldMk cId="1923100606" sldId="279"/>
            <ac:spMk id="4" creationId="{00000000-0000-0000-0000-000000000000}"/>
          </ac:spMkLst>
        </pc:spChg>
      </pc:sldChg>
      <pc:sldChg chg="addSp delSp modSp add replId">
        <pc:chgData name="Леонид Щербаков" userId="ebd282bcc19b821d" providerId="Windows Live" clId="Web-{10E86808-3B18-5671-834C-94E35886B9CF}" dt="2024-09-25T08:09:18.693" v="2620"/>
        <pc:sldMkLst>
          <pc:docMk/>
          <pc:sldMk cId="2592620499" sldId="280"/>
        </pc:sldMkLst>
        <pc:spChg chg="mod">
          <ac:chgData name="Леонид Щербаков" userId="ebd282bcc19b821d" providerId="Windows Live" clId="Web-{10E86808-3B18-5671-834C-94E35886B9CF}" dt="2024-09-25T08:09:17.131" v="2618" actId="20577"/>
          <ac:spMkLst>
            <pc:docMk/>
            <pc:sldMk cId="2592620499" sldId="280"/>
            <ac:spMk id="3" creationId="{00000000-0000-0000-0000-000000000000}"/>
          </ac:spMkLst>
        </pc:spChg>
        <pc:picChg chg="add mod">
          <ac:chgData name="Леонид Щербаков" userId="ebd282bcc19b821d" providerId="Windows Live" clId="Web-{10E86808-3B18-5671-834C-94E35886B9CF}" dt="2024-09-25T08:09:18.693" v="2620"/>
          <ac:picMkLst>
            <pc:docMk/>
            <pc:sldMk cId="2592620499" sldId="280"/>
            <ac:picMk id="4" creationId="{66E417DC-2793-BCBC-F54F-05BE1B745E04}"/>
          </ac:picMkLst>
        </pc:picChg>
        <pc:picChg chg="del">
          <ac:chgData name="Леонид Щербаков" userId="ebd282bcc19b821d" providerId="Windows Live" clId="Web-{10E86808-3B18-5671-834C-94E35886B9CF}" dt="2024-09-25T08:09:17.584" v="2619"/>
          <ac:picMkLst>
            <pc:docMk/>
            <pc:sldMk cId="2592620499" sldId="280"/>
            <ac:picMk id="7" creationId="{FDD55691-F52D-2AD3-A8E2-3CBB60923C9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ECEC8E8-AE09-4A7A-9B99-BA77938877B7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46073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719998" y="899998"/>
            <a:ext cx="6119996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19998" y="4679999"/>
            <a:ext cx="6119996" cy="503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C6E27764-398E-483D-907F-9D7F728CB6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rgbClr val="FFFFFF"/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346EA8-1EDD-4A89-879D-95E79EA8A039}" type="slidenum">
              <a:t>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C209797-0F3E-4F82-BE8A-58B69449C0DE}" type="slidenum">
              <a:t>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AF47022-AE5B-47AE-9237-EA4AB7E7FE83}" type="slidenum">
              <a:t>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2F10F1-5722-4A6D-B0A8-1386C532DA97}" type="slidenum">
              <a:t>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283FA40-C3A2-47AA-8263-19AB49F043AB}" type="slidenum">
              <a:t>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283FA40-C3A2-47AA-8263-19AB49F043AB}" type="slidenum">
              <a:t>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26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ACB92F-92CE-4D1B-B0F9-6C34929C3146}" type="slidenum">
              <a:t>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FB4C892-5B38-4D5F-AB57-DB56E051BFDA}" type="slidenum">
              <a:t>9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4CECF3-5B9E-4AD5-B406-F5C881C8C10A}" type="slidenum">
              <a:t>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4CECF3-5B9E-4AD5-B406-F5C881C8C10A}" type="slidenum">
              <a:t>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5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2560F8A-9E32-4CDE-91F4-80F767FBBF02}" type="slidenum">
              <a:t>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EE07F6-5D7D-4A19-A2A0-638451D9C775}" type="slidenum">
              <a:t>10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CFA717D-6538-459D-9AA8-7242163788AE}" type="slidenum">
              <a:t>12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3FDB92-6F66-4865-9F72-A1BC8E3A55A1}" type="slidenum">
              <a:t>13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9A862E3-0D19-4C70-9A3F-3D7A682678DA}" type="slidenum">
              <a:t>15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87CD51-BA44-4995-A66C-20713C3B6CA0}" type="slidenum">
              <a:t>16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9A862E3-0D19-4C70-9A3F-3D7A682678DA}" type="slidenum">
              <a:t>17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91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87CD51-BA44-4995-A66C-20713C3B6CA0}" type="slidenum">
              <a:t>18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43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265902-E8CD-49A2-ABFB-E587F45E17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76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8B2700-496F-45D8-AD31-BD6C3A8768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A77E38-E356-416A-85D7-23344DD8E8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4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360365" y="2879729"/>
            <a:ext cx="4603747" cy="16208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5116516" y="2879729"/>
            <a:ext cx="4603747" cy="16208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7A60B8-CCA3-491D-B6B1-9111E6B467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8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61A86F-CC3B-4423-B9A7-5904FB78AE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7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568569-EBA1-4880-985B-FD172F438C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4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F3A7FF-1678-4EE1-B6D9-AC4EAA9A8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357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BCA491-2E1D-44F0-8C4D-F21EDC9EE8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4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EA0B18-C664-4BB4-9C68-07852AC153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8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003353-B876-481B-839E-83FAA33A7D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7291389" y="1619246"/>
            <a:ext cx="2428874" cy="2881310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0" y="1619246"/>
            <a:ext cx="7138985" cy="288131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DA73DC-33E7-4192-97D7-6A69CDBDAF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49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7D23F1-442F-410F-8FB8-B40A35CDE8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84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9F633E-65B7-483B-B5E1-7B02A61A7D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62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EF076D-B817-4B47-A58D-915D94E3CB0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7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360365" y="1079504"/>
            <a:ext cx="4603747" cy="36004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5116516" y="1079504"/>
            <a:ext cx="4603747" cy="36004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31F527-1A99-4CE6-A6C2-4921E56D39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44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3E3A8A2-9069-4EB4-A549-C3E8563605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8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3D55D2-B841-4A70-9A8D-F55C0B3B73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30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3C6CFA-0F06-470E-BEB5-9E4792F0F3F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980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4F1D19-9055-49B7-8841-194BF28E66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92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AE5FAE-C1A7-4765-A1FB-2B19EF0BB2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37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2C9FAB-3CDF-4C67-B286-AC7C5DA9F8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7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7380286" y="179386"/>
            <a:ext cx="2339977" cy="4500557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360365" y="179386"/>
            <a:ext cx="6867528" cy="4500557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B01352-F04D-41BF-BBB5-DFB04ED7ED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8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/>
          <p:cNvSpPr/>
          <p:nvPr/>
        </p:nvSpPr>
        <p:spPr>
          <a:xfrm flipH="1" flipV="1">
            <a:off x="0" y="4500000"/>
            <a:ext cx="10079998" cy="117000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+- f6 0 f5"/>
              <a:gd name="f22" fmla="*/ f18 f0 1"/>
              <a:gd name="f23" fmla="*/ f21 1 21600"/>
              <a:gd name="f24" fmla="*/ f22 1 f2"/>
              <a:gd name="f25" fmla="*/ 0 f23 1"/>
              <a:gd name="f26" fmla="*/ 21600 f23 1"/>
              <a:gd name="f27" fmla="*/ 17360 f23 1"/>
              <a:gd name="f28" fmla="*/ 10800 f23 1"/>
              <a:gd name="f29" fmla="*/ 20320 f23 1"/>
              <a:gd name="f30" fmla="+- f24 0 f1"/>
              <a:gd name="f31" fmla="*/ f28 1 f23"/>
              <a:gd name="f32" fmla="*/ f25 1 f23"/>
              <a:gd name="f33" fmla="*/ f29 1 f23"/>
              <a:gd name="f34" fmla="*/ f26 1 f23"/>
              <a:gd name="f35" fmla="*/ f27 1 f23"/>
              <a:gd name="f36" fmla="*/ f32 f19 1"/>
              <a:gd name="f37" fmla="*/ f34 f19 1"/>
              <a:gd name="f38" fmla="*/ f35 f20 1"/>
              <a:gd name="f39" fmla="*/ f32 f20 1"/>
              <a:gd name="f40" fmla="*/ f31 f19 1"/>
              <a:gd name="f41" fmla="*/ f31 f20 1"/>
              <a:gd name="f42" fmla="*/ f33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40" y="f39"/>
              </a:cxn>
              <a:cxn ang="f30">
                <a:pos x="f36" y="f41"/>
              </a:cxn>
              <a:cxn ang="f30">
                <a:pos x="f40" y="f42"/>
              </a:cxn>
              <a:cxn ang="f30">
                <a:pos x="f37" y="f41"/>
              </a:cxn>
            </a:cxnLst>
            <a:rect l="f36" t="f39" r="f37" b="f38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/>
          </p:nvPr>
        </p:nvSpPr>
        <p:spPr>
          <a:xfrm>
            <a:off x="0" y="1619996"/>
            <a:ext cx="9000000" cy="1079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Текст 3"/>
          <p:cNvSpPr txBox="1">
            <a:spLocks noGrp="1"/>
          </p:cNvSpPr>
          <p:nvPr>
            <p:ph type="body" idx="1"/>
          </p:nvPr>
        </p:nvSpPr>
        <p:spPr>
          <a:xfrm>
            <a:off x="359999" y="2880003"/>
            <a:ext cx="9359999" cy="1619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2"/>
          </p:nvPr>
        </p:nvSpPr>
        <p:spPr>
          <a:xfrm>
            <a:off x="359999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3"/>
          </p:nvPr>
        </p:nvSpPr>
        <p:spPr>
          <a:xfrm>
            <a:off x="3420002" y="5219998"/>
            <a:ext cx="3240002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4"/>
          </p:nvPr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EC95724D-1389-418A-B368-85826B4EE250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DD41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060"/>
        </a:spcBef>
        <a:spcAft>
          <a:spcPts val="0"/>
        </a:spcAft>
        <a:buNone/>
        <a:tabLst/>
        <a:defRPr lang="ru-RU" sz="2400" b="0" i="0" u="none" strike="noStrike" kern="1200" cap="none" spc="0" baseline="0">
          <a:solidFill>
            <a:srgbClr val="009BDD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/>
          <p:cNvSpPr/>
          <p:nvPr/>
        </p:nvSpPr>
        <p:spPr>
          <a:xfrm>
            <a:off x="0" y="0"/>
            <a:ext cx="10076761" cy="719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Полилиния: фигура 2"/>
          <p:cNvSpPr/>
          <p:nvPr/>
        </p:nvSpPr>
        <p:spPr>
          <a:xfrm>
            <a:off x="3236" y="5039999"/>
            <a:ext cx="10076761" cy="63143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Заголовок 3"/>
          <p:cNvSpPr txBox="1">
            <a:spLocks noGrp="1"/>
          </p:cNvSpPr>
          <p:nvPr>
            <p:ph type="title"/>
          </p:nvPr>
        </p:nvSpPr>
        <p:spPr>
          <a:xfrm>
            <a:off x="359999" y="179999"/>
            <a:ext cx="9359999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5" name="Текст 4"/>
          <p:cNvSpPr txBox="1">
            <a:spLocks noGrp="1"/>
          </p:cNvSpPr>
          <p:nvPr>
            <p:ph type="body" idx="1"/>
          </p:nvPr>
        </p:nvSpPr>
        <p:spPr>
          <a:xfrm>
            <a:off x="359999" y="1079997"/>
            <a:ext cx="9359999" cy="36000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Дата 5"/>
          <p:cNvSpPr txBox="1">
            <a:spLocks noGrp="1"/>
          </p:cNvSpPr>
          <p:nvPr>
            <p:ph type="dt" sz="half" idx="2"/>
          </p:nvPr>
        </p:nvSpPr>
        <p:spPr>
          <a:xfrm>
            <a:off x="359999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ижний колонтитул 6"/>
          <p:cNvSpPr txBox="1">
            <a:spLocks noGrp="1"/>
          </p:cNvSpPr>
          <p:nvPr>
            <p:ph type="ftr" sz="quarter" idx="3"/>
          </p:nvPr>
        </p:nvSpPr>
        <p:spPr>
          <a:xfrm>
            <a:off x="3420002" y="5219998"/>
            <a:ext cx="3240002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Номер слайда 7"/>
          <p:cNvSpPr txBox="1">
            <a:spLocks noGrp="1"/>
          </p:cNvSpPr>
          <p:nvPr>
            <p:ph type="sldNum" sz="quarter" idx="4"/>
          </p:nvPr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37672F97-93A2-4C77-90F1-43EB521AC2F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060"/>
        </a:spcBef>
        <a:spcAft>
          <a:spcPts val="0"/>
        </a:spcAft>
        <a:buNone/>
        <a:tabLst/>
        <a:defRPr lang="ru-RU" sz="2400" b="0" i="0" u="none" strike="noStrike" kern="1200" cap="none" spc="0" baseline="0">
          <a:solidFill>
            <a:srgbClr val="009BDD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641415" y="1328438"/>
            <a:ext cx="8802016" cy="1231106"/>
          </a:xfrm>
        </p:spPr>
        <p:txBody>
          <a:bodyPr wrap="square">
            <a:spAutoFit/>
          </a:bodyPr>
          <a:lstStyle/>
          <a:p>
            <a:r>
              <a:rPr lang="ru-RU" sz="8000" dirty="0">
                <a:latin typeface="Liberation Sans"/>
              </a:rPr>
              <a:t>Функции и методы</a:t>
            </a:r>
            <a:endParaRPr lang="ru-RU" sz="8000" dirty="0"/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2599200" y="2757115"/>
            <a:ext cx="5173199" cy="1231106"/>
          </a:xfrm>
        </p:spPr>
        <p:txBody>
          <a:bodyPr>
            <a:spAutoFit/>
          </a:bodyPr>
          <a:lstStyle/>
          <a:p>
            <a:r>
              <a:rPr lang="ru-RU" sz="4000" dirty="0">
                <a:latin typeface="Liberation Sans"/>
              </a:rPr>
              <a:t>И что нам с ними делать</a:t>
            </a:r>
            <a:endParaRPr lang="ru-RU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0EE539-66C9-4F14-BE6E-EFF156702C1A}" type="slidenum">
              <a:t>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65122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/>
              <a:t>Что это такое?</a:t>
            </a:r>
            <a:endParaRPr lang="en-US"/>
          </a:p>
        </p:txBody>
      </p:sp>
      <p:sp>
        <p:nvSpPr>
          <p:cNvPr id="4" name="TextBox 6"/>
          <p:cNvSpPr txBox="1"/>
          <p:nvPr/>
        </p:nvSpPr>
        <p:spPr>
          <a:xfrm>
            <a:off x="256982" y="1078863"/>
            <a:ext cx="9566032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solidFill>
                  <a:srgbClr val="00B0F0"/>
                </a:solidFill>
                <a:latin typeface="Liberation Sans"/>
              </a:rPr>
              <a:t>Функция</a:t>
            </a: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/>
              </a:rPr>
              <a:t> — это </a:t>
            </a:r>
            <a:r>
              <a:rPr lang="ru-RU" dirty="0">
                <a:solidFill>
                  <a:srgbClr val="E05419"/>
                </a:solidFill>
                <a:latin typeface="Liberation Sans"/>
              </a:rPr>
              <a:t>именованная </a:t>
            </a:r>
            <a:r>
              <a:rPr lang="ru-RU" dirty="0">
                <a:solidFill>
                  <a:schemeClr val="tx2"/>
                </a:solidFill>
                <a:latin typeface="Liberation Sans"/>
              </a:rPr>
              <a:t>последовательность команд</a:t>
            </a:r>
            <a:r>
              <a:rPr lang="ru-RU" dirty="0">
                <a:solidFill>
                  <a:srgbClr val="000000"/>
                </a:solidFill>
                <a:latin typeface="Liberation Sans"/>
              </a:rPr>
              <a:t>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solidFill>
                  <a:srgbClr val="00B0F0"/>
                </a:solidFill>
                <a:latin typeface="Liberation Sans"/>
              </a:rPr>
              <a:t>Метод </a:t>
            </a:r>
            <a:r>
              <a:rPr lang="ru-RU" dirty="0">
                <a:solidFill>
                  <a:srgbClr val="000000"/>
                </a:solidFill>
                <a:latin typeface="Liberation Sans"/>
              </a:rPr>
              <a:t>—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это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</a:t>
            </a:r>
            <a:r>
              <a:rPr lang="en-US" dirty="0" err="1">
                <a:latin typeface="Liberation Sans"/>
              </a:rPr>
              <a:t>функция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у 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некоторого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объекта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Liberation Sans"/>
              </a:rPr>
              <a:t>например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 у </a:t>
            </a:r>
            <a:r>
              <a:rPr lang="en-US" dirty="0" err="1">
                <a:solidFill>
                  <a:srgbClr val="E05419"/>
                </a:solidFill>
                <a:latin typeface="Liberation Sans"/>
              </a:rPr>
              <a:t>машины</a:t>
            </a:r>
            <a:r>
              <a:rPr lang="en-US" dirty="0">
                <a:solidFill>
                  <a:srgbClr val="000000"/>
                </a:solidFill>
                <a:latin typeface="Liberation Sans"/>
              </a:rPr>
              <a:t>.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Liberation Sans"/>
            </a:endParaRPr>
          </a:p>
        </p:txBody>
      </p:sp>
      <p:pic>
        <p:nvPicPr>
          <p:cNvPr id="7" name="Рисунок 6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EFFEEAE4-1A5B-7720-6DE2-23D46AC4A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85" y="1871067"/>
            <a:ext cx="3248093" cy="1419225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Шрифт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2997CD92-D767-FF1A-C624-9C2EEF924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476" y="3672780"/>
            <a:ext cx="2914711" cy="9429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27F1C6C9-4924-1CB2-6143-AFE8FB31F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591" y="1818382"/>
            <a:ext cx="2533703" cy="151447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Шриф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276ADCC0-5C4D-5A5F-BF8D-2F31A0AB8E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675" y="3648373"/>
            <a:ext cx="2276522" cy="9715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F8A3CA-F26B-73AF-5FEF-7F082F7916CA}"/>
              </a:ext>
            </a:extLst>
          </p:cNvPr>
          <p:cNvSpPr txBox="1"/>
          <p:nvPr/>
        </p:nvSpPr>
        <p:spPr>
          <a:xfrm>
            <a:off x="4508715" y="2384028"/>
            <a:ext cx="12597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0B0F0"/>
                </a:solidFill>
                <a:latin typeface="Liberation Sans"/>
              </a:rPr>
              <a:t>Методы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BB31D-CAE7-68F6-7B38-217D0CD34694}"/>
              </a:ext>
            </a:extLst>
          </p:cNvPr>
          <p:cNvSpPr txBox="1"/>
          <p:nvPr/>
        </p:nvSpPr>
        <p:spPr>
          <a:xfrm>
            <a:off x="4412570" y="3947616"/>
            <a:ext cx="12597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0B0F0"/>
                </a:solidFill>
                <a:latin typeface="Liberation Sans"/>
              </a:rPr>
              <a:t>Функции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9CE37786-6178-DC83-47A1-3E66F136EC59}"/>
              </a:ext>
            </a:extLst>
          </p:cNvPr>
          <p:cNvCxnSpPr/>
          <p:nvPr/>
        </p:nvCxnSpPr>
        <p:spPr>
          <a:xfrm>
            <a:off x="5565352" y="2595782"/>
            <a:ext cx="727066" cy="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B6B087E-9FAB-A7B7-AEAE-892E9203EB87}"/>
              </a:ext>
            </a:extLst>
          </p:cNvPr>
          <p:cNvCxnSpPr>
            <a:cxnSpLocks/>
          </p:cNvCxnSpPr>
          <p:nvPr/>
        </p:nvCxnSpPr>
        <p:spPr>
          <a:xfrm>
            <a:off x="5565352" y="4154315"/>
            <a:ext cx="727066" cy="3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136D7C8D-916D-D850-8A0E-458058D54AC2}"/>
              </a:ext>
            </a:extLst>
          </p:cNvPr>
          <p:cNvCxnSpPr>
            <a:cxnSpLocks/>
          </p:cNvCxnSpPr>
          <p:nvPr/>
        </p:nvCxnSpPr>
        <p:spPr>
          <a:xfrm flipH="1">
            <a:off x="3893069" y="4154568"/>
            <a:ext cx="538707" cy="3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9A12B5D-E8C4-9A51-D680-FC37ED4C3C29}"/>
              </a:ext>
            </a:extLst>
          </p:cNvPr>
          <p:cNvCxnSpPr>
            <a:cxnSpLocks/>
          </p:cNvCxnSpPr>
          <p:nvPr/>
        </p:nvCxnSpPr>
        <p:spPr>
          <a:xfrm flipH="1">
            <a:off x="4049829" y="2596030"/>
            <a:ext cx="462760" cy="3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5DF6A03-FE3B-43C0-9EC0-D9521AABF99F}" type="slidenum">
              <a:t>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65122"/>
            <a:ext cx="9359999" cy="507830"/>
          </a:xfrm>
        </p:spPr>
        <p:txBody>
          <a:bodyPr>
            <a:spAutoFit/>
          </a:bodyPr>
          <a:lstStyle/>
          <a:p>
            <a:r>
              <a:rPr lang="ru-RU" dirty="0">
                <a:solidFill>
                  <a:srgbClr val="E05419"/>
                </a:solidFill>
                <a:latin typeface="Liberation Sans"/>
              </a:rPr>
              <a:t>В чем разница, старче?</a:t>
            </a:r>
            <a:endParaRPr lang="ru-RU" dirty="0"/>
          </a:p>
        </p:txBody>
      </p:sp>
      <p:sp>
        <p:nvSpPr>
          <p:cNvPr id="4" name="TextBox 6"/>
          <p:cNvSpPr txBox="1"/>
          <p:nvPr/>
        </p:nvSpPr>
        <p:spPr>
          <a:xfrm>
            <a:off x="256982" y="1078863"/>
            <a:ext cx="9566032" cy="20313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latin typeface="Liberation Sans"/>
              </a:rPr>
              <a:t>На самом деле, разницы </a:t>
            </a:r>
            <a:r>
              <a:rPr lang="ru-RU" b="1" dirty="0">
                <a:solidFill>
                  <a:srgbClr val="00B0F0"/>
                </a:solidFill>
                <a:latin typeface="Liberation Sans"/>
              </a:rPr>
              <a:t>практически нет. </a:t>
            </a:r>
            <a:r>
              <a:rPr lang="ru-RU" b="1" dirty="0">
                <a:solidFill>
                  <a:schemeClr val="tx2"/>
                </a:solidFill>
                <a:latin typeface="Liberation Sans"/>
              </a:rPr>
              <a:t>Люди договорились отличать обычные функции от функций объектов просто для удобства.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b="1" dirty="0">
              <a:solidFill>
                <a:schemeClr val="tx2"/>
              </a:solidFill>
              <a:latin typeface="Liberation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solidFill>
                  <a:schemeClr val="tx2"/>
                </a:solidFill>
                <a:latin typeface="Liberation Sans"/>
              </a:rPr>
              <a:t>Для лучшего понимания можно представлять функцию как </a:t>
            </a:r>
            <a:r>
              <a:rPr lang="ru-RU" b="1" dirty="0">
                <a:solidFill>
                  <a:srgbClr val="00B0F0"/>
                </a:solidFill>
                <a:latin typeface="Liberation Sans"/>
              </a:rPr>
              <a:t>подпрограмму</a:t>
            </a:r>
            <a:r>
              <a:rPr lang="ru-RU" b="1" dirty="0">
                <a:solidFill>
                  <a:schemeClr val="tx2"/>
                </a:solidFill>
                <a:latin typeface="Liberation Sans"/>
              </a:rPr>
              <a:t>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b="1" dirty="0">
                <a:solidFill>
                  <a:schemeClr val="tx2"/>
                </a:solidFill>
                <a:latin typeface="Liberation Sans"/>
              </a:rPr>
              <a:t>Тогда просто функция - это </a:t>
            </a:r>
            <a:r>
              <a:rPr lang="ru-RU" b="1" dirty="0">
                <a:solidFill>
                  <a:srgbClr val="00B0F0"/>
                </a:solidFill>
                <a:latin typeface="Liberation Sans"/>
              </a:rPr>
              <a:t>подпрограмма </a:t>
            </a:r>
            <a:r>
              <a:rPr lang="ru-RU" b="1" dirty="0">
                <a:solidFill>
                  <a:schemeClr val="tx2"/>
                </a:solidFill>
                <a:latin typeface="Liberation Sans"/>
              </a:rPr>
              <a:t>доступная для </a:t>
            </a:r>
            <a:r>
              <a:rPr lang="ru-RU" b="1" dirty="0">
                <a:solidFill>
                  <a:srgbClr val="00B0F0"/>
                </a:solidFill>
                <a:latin typeface="Liberation Sans"/>
              </a:rPr>
              <a:t>всей программы</a:t>
            </a:r>
            <a:r>
              <a:rPr lang="ru-RU" b="1" dirty="0">
                <a:solidFill>
                  <a:schemeClr val="tx2"/>
                </a:solidFill>
                <a:latin typeface="Liberation Sans"/>
              </a:rPr>
              <a:t>.</a:t>
            </a:r>
            <a:br>
              <a:rPr lang="ru-RU" b="1" dirty="0">
                <a:solidFill>
                  <a:schemeClr val="tx2"/>
                </a:solidFill>
                <a:latin typeface="Liberation Sans"/>
              </a:rPr>
            </a:br>
            <a:r>
              <a:rPr lang="ru-RU" b="1" dirty="0">
                <a:solidFill>
                  <a:schemeClr val="tx2"/>
                </a:solidFill>
                <a:latin typeface="Liberation Sans"/>
              </a:rPr>
              <a:t>В то время как метод - это </a:t>
            </a:r>
            <a:r>
              <a:rPr lang="ru-RU" b="1" dirty="0">
                <a:solidFill>
                  <a:srgbClr val="00B0F0"/>
                </a:solidFill>
                <a:latin typeface="Liberation Sans"/>
              </a:rPr>
              <a:t>подпрограмма</a:t>
            </a:r>
            <a:r>
              <a:rPr lang="ru-RU" b="1" dirty="0">
                <a:solidFill>
                  <a:schemeClr val="tx2"/>
                </a:solidFill>
                <a:latin typeface="Liberation Sans"/>
              </a:rPr>
              <a:t>, доступная только </a:t>
            </a:r>
            <a:r>
              <a:rPr lang="ru-RU" b="1" dirty="0">
                <a:solidFill>
                  <a:srgbClr val="00B0F0"/>
                </a:solidFill>
                <a:latin typeface="Liberation Sans"/>
              </a:rPr>
              <a:t>для определенного объекта</a:t>
            </a:r>
            <a:r>
              <a:rPr lang="ru-RU" b="1" dirty="0">
                <a:solidFill>
                  <a:schemeClr val="tx2"/>
                </a:solidFill>
                <a:latin typeface="Liberation Sans"/>
              </a:rPr>
              <a:t>.</a:t>
            </a:r>
          </a:p>
        </p:txBody>
      </p:sp>
      <p:pic>
        <p:nvPicPr>
          <p:cNvPr id="6" name="Рисунок 5" descr="Робот – Бесплатные иконки: технологии">
            <a:extLst>
              <a:ext uri="{FF2B5EF4-FFF2-40B4-BE49-F238E27FC236}">
                <a16:creationId xmlns:a16="http://schemas.microsoft.com/office/drawing/2014/main" id="{FFA5E2F3-9AB0-9EE7-D876-464559D46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196" y="3107760"/>
            <a:ext cx="1160939" cy="11661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Рисунок 6" descr="Робот – Бесплатные иконки: технологии">
            <a:extLst>
              <a:ext uri="{FF2B5EF4-FFF2-40B4-BE49-F238E27FC236}">
                <a16:creationId xmlns:a16="http://schemas.microsoft.com/office/drawing/2014/main" id="{ECF2BA7B-EC05-418A-64D7-16BE19861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954" y="3107761"/>
            <a:ext cx="1160939" cy="1166184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1920C6A-9497-AE47-2ADF-0E9A1A1567E9}"/>
              </a:ext>
            </a:extLst>
          </p:cNvPr>
          <p:cNvCxnSpPr/>
          <p:nvPr/>
        </p:nvCxnSpPr>
        <p:spPr>
          <a:xfrm>
            <a:off x="2896048" y="3715101"/>
            <a:ext cx="727066" cy="30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E4E70F3-A30E-9736-3F63-5D4C37C843F8}"/>
              </a:ext>
            </a:extLst>
          </p:cNvPr>
          <p:cNvCxnSpPr/>
          <p:nvPr/>
        </p:nvCxnSpPr>
        <p:spPr>
          <a:xfrm flipV="1">
            <a:off x="4827333" y="3691242"/>
            <a:ext cx="1084891" cy="8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Рисунок 14" descr="Робот – Бесплатные иконки: технологии">
            <a:extLst>
              <a:ext uri="{FF2B5EF4-FFF2-40B4-BE49-F238E27FC236}">
                <a16:creationId xmlns:a16="http://schemas.microsoft.com/office/drawing/2014/main" id="{A993A437-98D3-2A72-2216-77675487E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207" y="3063048"/>
            <a:ext cx="1160939" cy="11661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4EFC0BA-881C-306C-4638-C0884B63CDBD}"/>
              </a:ext>
            </a:extLst>
          </p:cNvPr>
          <p:cNvCxnSpPr>
            <a:cxnSpLocks/>
          </p:cNvCxnSpPr>
          <p:nvPr/>
        </p:nvCxnSpPr>
        <p:spPr>
          <a:xfrm>
            <a:off x="7059701" y="3670388"/>
            <a:ext cx="727066" cy="30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 descr="Робот – Бесплатные иконки: технологии">
            <a:extLst>
              <a:ext uri="{FF2B5EF4-FFF2-40B4-BE49-F238E27FC236}">
                <a16:creationId xmlns:a16="http://schemas.microsoft.com/office/drawing/2014/main" id="{D9657B4D-2BE3-654C-C99F-0F45B8E72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267" y="3090993"/>
            <a:ext cx="1160939" cy="1166184"/>
          </a:xfrm>
          <a:prstGeom prst="rect">
            <a:avLst/>
          </a:pr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96FA6301-D25C-B50E-389B-6D35AA9CC589}"/>
              </a:ext>
            </a:extLst>
          </p:cNvPr>
          <p:cNvSpPr txBox="1">
            <a:spLocks/>
          </p:cNvSpPr>
          <p:nvPr/>
        </p:nvSpPr>
        <p:spPr>
          <a:xfrm>
            <a:off x="4882136" y="3255446"/>
            <a:ext cx="97905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sp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300" b="0" i="0" u="none" strike="noStrike" kern="1200" cap="none" spc="0" baseline="0">
                <a:solidFill>
                  <a:srgbClr val="DD41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</a:defRPr>
            </a:lvl1pPr>
          </a:lstStyle>
          <a:p>
            <a:r>
              <a:rPr lang="ru-RU" sz="1800" dirty="0">
                <a:solidFill>
                  <a:srgbClr val="E05419"/>
                </a:solidFill>
                <a:latin typeface="Liberation Sans"/>
              </a:rPr>
              <a:t>Время</a:t>
            </a:r>
            <a:endParaRPr lang="ru-RU" sz="1800" dirty="0">
              <a:solidFill>
                <a:srgbClr val="E05419"/>
              </a:solidFill>
            </a:endParaRP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7C606480-7B51-0525-CAD9-697063C216B4}"/>
              </a:ext>
            </a:extLst>
          </p:cNvPr>
          <p:cNvSpPr txBox="1">
            <a:spLocks/>
          </p:cNvSpPr>
          <p:nvPr/>
        </p:nvSpPr>
        <p:spPr>
          <a:xfrm>
            <a:off x="2670308" y="3255446"/>
            <a:ext cx="1057324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sp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300" b="0" i="0" u="none" strike="noStrike" kern="1200" cap="none" spc="0" baseline="0">
                <a:solidFill>
                  <a:srgbClr val="DD41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</a:defRPr>
            </a:lvl1pPr>
          </a:lstStyle>
          <a:p>
            <a:r>
              <a:rPr lang="ru-RU" sz="1800" dirty="0">
                <a:solidFill>
                  <a:srgbClr val="00B0F0"/>
                </a:solidFill>
                <a:latin typeface="Liberation Sans"/>
              </a:rPr>
              <a:t>Задача</a:t>
            </a:r>
            <a:endParaRPr lang="ru-RU" sz="1800">
              <a:solidFill>
                <a:srgbClr val="00B0F0"/>
              </a:solidFill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E52F584-7093-2E5E-2614-ECC67650F54E}"/>
              </a:ext>
            </a:extLst>
          </p:cNvPr>
          <p:cNvSpPr txBox="1">
            <a:spLocks/>
          </p:cNvSpPr>
          <p:nvPr/>
        </p:nvSpPr>
        <p:spPr>
          <a:xfrm>
            <a:off x="6889329" y="3255445"/>
            <a:ext cx="97905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sp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300" b="0" i="0" u="none" strike="noStrike" kern="1200" cap="none" spc="0" baseline="0">
                <a:solidFill>
                  <a:srgbClr val="DD41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</a:defRPr>
            </a:lvl1pPr>
          </a:lstStyle>
          <a:p>
            <a:r>
              <a:rPr lang="ru-RU" sz="1800" dirty="0">
                <a:solidFill>
                  <a:srgbClr val="00B0F0"/>
                </a:solidFill>
                <a:latin typeface="Liberation Sans"/>
              </a:rPr>
              <a:t>Задача</a:t>
            </a:r>
            <a:endParaRPr lang="ru-RU" sz="1800" dirty="0">
              <a:solidFill>
                <a:srgbClr val="E0541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6EDB84-93C8-15FE-A8C2-2E6679ED2EE6}"/>
              </a:ext>
            </a:extLst>
          </p:cNvPr>
          <p:cNvSpPr/>
          <p:nvPr/>
        </p:nvSpPr>
        <p:spPr>
          <a:xfrm>
            <a:off x="6086559" y="2358611"/>
            <a:ext cx="2565409" cy="726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614A0B-74CD-44A7-9C28-D375E85FD470}" type="slidenum">
              <a:t>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359999" y="192846"/>
            <a:ext cx="9359999" cy="507830"/>
          </a:xfrm>
        </p:spPr>
        <p:txBody>
          <a:bodyPr>
            <a:spAutoFit/>
          </a:bodyPr>
          <a:lstStyle/>
          <a:p>
            <a:r>
              <a:rPr lang="ru-RU" dirty="0">
                <a:latin typeface="Liberation Sans"/>
              </a:rPr>
              <a:t>Пример подпрограммы</a:t>
            </a:r>
            <a:endParaRPr lang="en-US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8E9EC98-AB30-FD75-B408-F0B6640386FB}"/>
              </a:ext>
            </a:extLst>
          </p:cNvPr>
          <p:cNvSpPr/>
          <p:nvPr/>
        </p:nvSpPr>
        <p:spPr>
          <a:xfrm>
            <a:off x="1374755" y="1738218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cs typeface="Calibri"/>
              </a:rPr>
              <a:t>Присесть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489BE-118B-3595-5ECF-029B1ECEA6C3}"/>
              </a:ext>
            </a:extLst>
          </p:cNvPr>
          <p:cNvSpPr txBox="1"/>
          <p:nvPr/>
        </p:nvSpPr>
        <p:spPr>
          <a:xfrm>
            <a:off x="1224028" y="122401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rgbClr val="E05419"/>
                </a:solidFill>
                <a:cs typeface="Calibri"/>
              </a:rPr>
              <a:t>Подпрограмма "Прыжок"</a:t>
            </a:r>
            <a:endParaRPr lang="ru-RU" dirty="0">
              <a:solidFill>
                <a:srgbClr val="E05419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6848E02-28F0-F506-3CE5-4FDC430C92FD}"/>
              </a:ext>
            </a:extLst>
          </p:cNvPr>
          <p:cNvSpPr/>
          <p:nvPr/>
        </p:nvSpPr>
        <p:spPr>
          <a:xfrm>
            <a:off x="1374966" y="2392146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cs typeface="Calibri"/>
              </a:rPr>
              <a:t>Оттолкнуться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194FBF6-C2DF-99C1-2E60-7ABB4B48BA5E}"/>
              </a:ext>
            </a:extLst>
          </p:cNvPr>
          <p:cNvSpPr/>
          <p:nvPr/>
        </p:nvSpPr>
        <p:spPr>
          <a:xfrm>
            <a:off x="1374998" y="3057252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cs typeface="Calibri"/>
              </a:rPr>
              <a:t>Выпрыгнуть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0B9F5BE-129E-2293-C769-4D57F7932C70}"/>
              </a:ext>
            </a:extLst>
          </p:cNvPr>
          <p:cNvSpPr/>
          <p:nvPr/>
        </p:nvSpPr>
        <p:spPr>
          <a:xfrm>
            <a:off x="1375030" y="3716768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cs typeface="Calibri"/>
              </a:rPr>
              <a:t>Приземлиться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900E140-9A24-0144-D558-D6C75E538149}"/>
              </a:ext>
            </a:extLst>
          </p:cNvPr>
          <p:cNvSpPr/>
          <p:nvPr/>
        </p:nvSpPr>
        <p:spPr>
          <a:xfrm>
            <a:off x="6219673" y="1693505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cs typeface="Calibri"/>
              </a:rPr>
              <a:t>Идти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A3F89-1B09-08AE-78AE-206B1B310555}"/>
              </a:ext>
            </a:extLst>
          </p:cNvPr>
          <p:cNvSpPr txBox="1"/>
          <p:nvPr/>
        </p:nvSpPr>
        <p:spPr>
          <a:xfrm>
            <a:off x="6068913" y="117930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solidFill>
                  <a:srgbClr val="E05419"/>
                </a:solidFill>
                <a:cs typeface="Calibri"/>
              </a:rPr>
              <a:t>Программа "</a:t>
            </a:r>
            <a:r>
              <a:rPr lang="ru-RU" err="1">
                <a:solidFill>
                  <a:srgbClr val="E05419"/>
                </a:solidFill>
                <a:cs typeface="Calibri"/>
              </a:rPr>
              <a:t>Minecraft</a:t>
            </a:r>
            <a:r>
              <a:rPr lang="ru-RU" dirty="0">
                <a:solidFill>
                  <a:srgbClr val="E05419"/>
                </a:solidFill>
                <a:cs typeface="Calibri"/>
              </a:rPr>
              <a:t>"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55BA183-0523-C56B-F412-8A10F1432A23}"/>
              </a:ext>
            </a:extLst>
          </p:cNvPr>
          <p:cNvSpPr/>
          <p:nvPr/>
        </p:nvSpPr>
        <p:spPr>
          <a:xfrm>
            <a:off x="6219884" y="2470394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cs typeface="Calibri"/>
              </a:rPr>
              <a:t>Прыжок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B293F2A-35CE-77ED-0E41-24733EDDBD77}"/>
              </a:ext>
            </a:extLst>
          </p:cNvPr>
          <p:cNvSpPr/>
          <p:nvPr/>
        </p:nvSpPr>
        <p:spPr>
          <a:xfrm>
            <a:off x="6225504" y="3219336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cs typeface="Calibri"/>
              </a:rPr>
              <a:t>Идти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B1EA800-1E68-B86C-7CDB-26F5DDBBA743}"/>
              </a:ext>
            </a:extLst>
          </p:cNvPr>
          <p:cNvSpPr/>
          <p:nvPr/>
        </p:nvSpPr>
        <p:spPr>
          <a:xfrm>
            <a:off x="6231124" y="3895620"/>
            <a:ext cx="2319487" cy="491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cs typeface="Calibri"/>
              </a:rPr>
              <a:t>Копать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DF45AD6D-7FF2-B917-BEDE-3655EC8D7DC2}"/>
              </a:ext>
            </a:extLst>
          </p:cNvPr>
          <p:cNvCxnSpPr/>
          <p:nvPr/>
        </p:nvCxnSpPr>
        <p:spPr>
          <a:xfrm flipH="1">
            <a:off x="4716045" y="2752133"/>
            <a:ext cx="1268932" cy="170833"/>
          </a:xfrm>
          <a:prstGeom prst="straightConnector1">
            <a:avLst/>
          </a:prstGeom>
          <a:ln w="28575">
            <a:solidFill>
              <a:srgbClr val="E05419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Правая фигурная скобка 18">
            <a:extLst>
              <a:ext uri="{FF2B5EF4-FFF2-40B4-BE49-F238E27FC236}">
                <a16:creationId xmlns:a16="http://schemas.microsoft.com/office/drawing/2014/main" id="{E84FD90D-FBEE-0CE9-CDA5-A48FD3A564C1}"/>
              </a:ext>
            </a:extLst>
          </p:cNvPr>
          <p:cNvSpPr/>
          <p:nvPr/>
        </p:nvSpPr>
        <p:spPr>
          <a:xfrm>
            <a:off x="3878843" y="1693511"/>
            <a:ext cx="530978" cy="2514889"/>
          </a:xfrm>
          <a:prstGeom prst="rightBrace">
            <a:avLst/>
          </a:prstGeom>
          <a:ln w="28575">
            <a:solidFill>
              <a:srgbClr val="E054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: вниз 22">
            <a:extLst>
              <a:ext uri="{FF2B5EF4-FFF2-40B4-BE49-F238E27FC236}">
                <a16:creationId xmlns:a16="http://schemas.microsoft.com/office/drawing/2014/main" id="{9EF2AFD3-86BE-E38C-4DAC-D7DEDD67F98E}"/>
              </a:ext>
            </a:extLst>
          </p:cNvPr>
          <p:cNvSpPr/>
          <p:nvPr/>
        </p:nvSpPr>
        <p:spPr>
          <a:xfrm>
            <a:off x="2431263" y="2185349"/>
            <a:ext cx="201208" cy="2515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: вниз 23">
            <a:extLst>
              <a:ext uri="{FF2B5EF4-FFF2-40B4-BE49-F238E27FC236}">
                <a16:creationId xmlns:a16="http://schemas.microsoft.com/office/drawing/2014/main" id="{E25DEB1F-994D-898D-FF9B-84E3D4DA07F6}"/>
              </a:ext>
            </a:extLst>
          </p:cNvPr>
          <p:cNvSpPr/>
          <p:nvPr/>
        </p:nvSpPr>
        <p:spPr>
          <a:xfrm>
            <a:off x="2431823" y="2833687"/>
            <a:ext cx="201208" cy="2515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: вниз 24">
            <a:extLst>
              <a:ext uri="{FF2B5EF4-FFF2-40B4-BE49-F238E27FC236}">
                <a16:creationId xmlns:a16="http://schemas.microsoft.com/office/drawing/2014/main" id="{69C2FDE3-3728-7F12-1CFB-D92AD1E1E7E9}"/>
              </a:ext>
            </a:extLst>
          </p:cNvPr>
          <p:cNvSpPr/>
          <p:nvPr/>
        </p:nvSpPr>
        <p:spPr>
          <a:xfrm>
            <a:off x="2431856" y="3504382"/>
            <a:ext cx="201208" cy="2515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трелка: вниз 25">
            <a:extLst>
              <a:ext uri="{FF2B5EF4-FFF2-40B4-BE49-F238E27FC236}">
                <a16:creationId xmlns:a16="http://schemas.microsoft.com/office/drawing/2014/main" id="{3C075470-0121-4298-95B0-58C07222A3AF}"/>
              </a:ext>
            </a:extLst>
          </p:cNvPr>
          <p:cNvSpPr/>
          <p:nvPr/>
        </p:nvSpPr>
        <p:spPr>
          <a:xfrm>
            <a:off x="7315716" y="2135046"/>
            <a:ext cx="201208" cy="2515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трелка: вниз 26">
            <a:extLst>
              <a:ext uri="{FF2B5EF4-FFF2-40B4-BE49-F238E27FC236}">
                <a16:creationId xmlns:a16="http://schemas.microsoft.com/office/drawing/2014/main" id="{0B5AF02A-C912-0C00-B4F9-F18D37BC5AD1}"/>
              </a:ext>
            </a:extLst>
          </p:cNvPr>
          <p:cNvSpPr/>
          <p:nvPr/>
        </p:nvSpPr>
        <p:spPr>
          <a:xfrm>
            <a:off x="7315747" y="3012539"/>
            <a:ext cx="201208" cy="2515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: вниз 27">
            <a:extLst>
              <a:ext uri="{FF2B5EF4-FFF2-40B4-BE49-F238E27FC236}">
                <a16:creationId xmlns:a16="http://schemas.microsoft.com/office/drawing/2014/main" id="{58A08B80-216F-2BA5-ABDC-EC49E1BD9BFD}"/>
              </a:ext>
            </a:extLst>
          </p:cNvPr>
          <p:cNvSpPr/>
          <p:nvPr/>
        </p:nvSpPr>
        <p:spPr>
          <a:xfrm>
            <a:off x="7321368" y="3711180"/>
            <a:ext cx="201208" cy="2515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4F9F16-FB0C-45EB-A5A5-B89E2347CF3E}" type="slidenum">
              <a:t>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>
                <a:latin typeface="Liberation Sans"/>
              </a:rPr>
              <a:t>Как задается функция</a:t>
            </a:r>
            <a:endParaRPr lang="ru-RU" dirty="0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lvl="1" indent="0" hangingPunct="0">
              <a:spcBef>
                <a:spcPts val="1060"/>
              </a:spcBef>
              <a:buNone/>
            </a:pPr>
            <a:r>
              <a:rPr lang="ru-RU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Итак, мы выяснили, что </a:t>
            </a:r>
            <a:r>
              <a:rPr lang="ru-RU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функция </a:t>
            </a:r>
            <a:r>
              <a:rPr lang="ru-RU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- это </a:t>
            </a:r>
            <a:r>
              <a:rPr lang="ru-RU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именованная подпрограмма</a:t>
            </a:r>
            <a:r>
              <a:rPr lang="ru-RU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, которая доступна всей нашей программе.</a:t>
            </a:r>
            <a:endParaRPr lang="ru-RU" b="1" dirty="0">
              <a:solidFill>
                <a:schemeClr val="tx1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r>
              <a:rPr lang="ru-RU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Давайте рассмотрим универсальный </a:t>
            </a:r>
            <a:r>
              <a:rPr lang="ru-RU" b="1" dirty="0">
                <a:solidFill>
                  <a:srgbClr val="E05419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образец функции</a:t>
            </a:r>
            <a:r>
              <a:rPr lang="ru-RU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.</a:t>
            </a:r>
            <a:endParaRPr lang="ru-RU" b="1" dirty="0">
              <a:solidFill>
                <a:schemeClr val="tx1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endParaRPr lang="ru-RU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r>
              <a:rPr lang="ru-RU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ТИП_ВОЗВРАТА </a:t>
            </a:r>
            <a:r>
              <a:rPr lang="ru-RU" b="1" dirty="0">
                <a:solidFill>
                  <a:srgbClr val="E05419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НАЗВАНИЕ </a:t>
            </a:r>
            <a:r>
              <a:rPr lang="ru-RU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(СПИСОК_АРГУМЕНТОВ) </a:t>
            </a:r>
            <a:endParaRPr lang="ru-RU" b="1" dirty="0">
              <a:solidFill>
                <a:schemeClr val="tx1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r>
              <a:rPr lang="ru-RU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{</a:t>
            </a:r>
          </a:p>
          <a:p>
            <a:pPr marL="0" lvl="1" indent="0">
              <a:spcBef>
                <a:spcPts val="1060"/>
              </a:spcBef>
              <a:buNone/>
            </a:pPr>
            <a:r>
              <a:rPr lang="ru-RU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 </a:t>
            </a:r>
            <a:r>
              <a:rPr lang="ru-RU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КОМАНДА1;</a:t>
            </a:r>
          </a:p>
          <a:p>
            <a:pPr marL="0" lvl="1" indent="0">
              <a:spcBef>
                <a:spcPts val="1060"/>
              </a:spcBef>
              <a:buNone/>
            </a:pPr>
            <a:r>
              <a:rPr lang="ru-RU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 КОМАНДА2...</a:t>
            </a:r>
          </a:p>
          <a:p>
            <a:pPr marL="0" lvl="1" indent="0">
              <a:spcBef>
                <a:spcPts val="1060"/>
              </a:spcBef>
              <a:buNone/>
            </a:pPr>
            <a:r>
              <a:rPr lang="ru-RU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}</a:t>
            </a:r>
            <a:endParaRPr lang="ru-RU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endParaRPr lang="ru-RU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endParaRPr lang="ru-RU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endParaRPr lang="ru-RU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endParaRPr lang="ru-RU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spcBef>
                <a:spcPts val="1060"/>
              </a:spcBef>
              <a:buNone/>
            </a:pPr>
            <a:endParaRPr lang="ru-RU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hangingPunct="0">
              <a:spcBef>
                <a:spcPts val="1060"/>
              </a:spcBef>
              <a:buNone/>
            </a:pPr>
            <a:endParaRPr lang="en-US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  <p:pic>
        <p:nvPicPr>
          <p:cNvPr id="6" name="Рисунок 5" descr="Персонажи | Ночь в музее">
            <a:extLst>
              <a:ext uri="{FF2B5EF4-FFF2-40B4-BE49-F238E27FC236}">
                <a16:creationId xmlns:a16="http://schemas.microsoft.com/office/drawing/2014/main" id="{6BE470DF-FBF1-7FF7-012D-285DAB83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69" y="3335794"/>
            <a:ext cx="970489" cy="1340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4F9F16-FB0C-45EB-A5A5-B89E2347CF3E}" type="slidenum">
              <a:t>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>
                <a:latin typeface="Liberation Sans"/>
              </a:rPr>
              <a:t>Тип возврата</a:t>
            </a:r>
            <a:endParaRPr lang="ru-RU" dirty="0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999" y="1079997"/>
            <a:ext cx="6877583" cy="3600001"/>
          </a:xfrm>
        </p:spPr>
        <p:txBody>
          <a:bodyPr/>
          <a:lstStyle/>
          <a:p>
            <a:pPr marL="0" lvl="1" indent="0" algn="just">
              <a:lnSpc>
                <a:spcPct val="100000"/>
              </a:lnSpc>
              <a:spcBef>
                <a:spcPts val="1060"/>
              </a:spcBef>
              <a:buNone/>
            </a:pPr>
            <a:r>
              <a:rPr lang="ru-RU" sz="2000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Если тип возврата указан </a:t>
            </a:r>
            <a:r>
              <a:rPr lang="ru-RU" sz="2000" b="1" err="1">
                <a:solidFill>
                  <a:srgbClr val="E05419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void</a:t>
            </a:r>
            <a:r>
              <a:rPr lang="ru-RU" sz="2000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, то функция (подпрограмма) </a:t>
            </a:r>
            <a:r>
              <a:rPr lang="ru-RU" sz="2000" b="1" dirty="0">
                <a:solidFill>
                  <a:srgbClr val="E05419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ничего не вернет</a:t>
            </a:r>
            <a:r>
              <a:rPr lang="ru-RU" sz="2000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 основной программе.</a:t>
            </a:r>
            <a:endParaRPr lang="ru-RU" sz="2000">
              <a:solidFill>
                <a:srgbClr val="00B0F0"/>
              </a:solidFill>
              <a:ea typeface="Calibri"/>
              <a:cs typeface="Calibri"/>
            </a:endParaRPr>
          </a:p>
          <a:p>
            <a:pPr marL="0" lvl="1" indent="0" algn="just">
              <a:lnSpc>
                <a:spcPct val="100000"/>
              </a:lnSpc>
              <a:spcBef>
                <a:spcPts val="1060"/>
              </a:spcBef>
              <a:buNone/>
            </a:pPr>
            <a:r>
              <a:rPr lang="ru-RU" sz="2000" b="1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 </a:t>
            </a:r>
            <a:endParaRPr lang="ru-RU" sz="2000" b="1">
              <a:solidFill>
                <a:schemeClr val="tx1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algn="just">
              <a:lnSpc>
                <a:spcPct val="100000"/>
              </a:lnSpc>
              <a:spcBef>
                <a:spcPts val="1060"/>
              </a:spcBef>
              <a:buNone/>
            </a:pPr>
            <a:endParaRPr lang="ru-RU" sz="2000" b="1" dirty="0">
              <a:solidFill>
                <a:schemeClr val="tx1"/>
              </a:solidFill>
              <a:highlight>
                <a:scrgbClr r="0" g="0" b="0">
                  <a:alpha val="0"/>
                </a:scrgbClr>
              </a:highlight>
              <a:latin typeface="Liberation Sans"/>
            </a:endParaRPr>
          </a:p>
          <a:p>
            <a:pPr marL="0" lvl="1" indent="0" algn="just">
              <a:lnSpc>
                <a:spcPct val="100000"/>
              </a:lnSpc>
              <a:spcBef>
                <a:spcPts val="1060"/>
              </a:spcBef>
              <a:buNone/>
            </a:pPr>
            <a:r>
              <a:rPr lang="ru-RU" sz="2000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Если тип возврата указан </a:t>
            </a:r>
            <a:r>
              <a:rPr lang="ru-RU" sz="2000" b="1" dirty="0">
                <a:solidFill>
                  <a:srgbClr val="E05419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не </a:t>
            </a:r>
            <a:r>
              <a:rPr lang="ru-RU" sz="2000" b="1" err="1">
                <a:solidFill>
                  <a:srgbClr val="E05419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void</a:t>
            </a:r>
            <a:r>
              <a:rPr lang="ru-RU" sz="2000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,  то функция (подпрограмма) </a:t>
            </a:r>
            <a:r>
              <a:rPr lang="ru-RU" sz="2000" b="1" dirty="0">
                <a:solidFill>
                  <a:srgbClr val="E05419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вернет переменную</a:t>
            </a:r>
            <a:r>
              <a:rPr lang="ru-RU" sz="2000" b="1" dirty="0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/>
              </a:rPr>
              <a:t> этого типа в основную программу.</a:t>
            </a:r>
            <a:endParaRPr lang="ru-RU" sz="2000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lnSpc>
                <a:spcPct val="100000"/>
              </a:lnSpc>
              <a:spcBef>
                <a:spcPts val="1060"/>
              </a:spcBef>
              <a:buNone/>
            </a:pPr>
            <a:endParaRPr lang="ru-RU" sz="2000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lnSpc>
                <a:spcPct val="100000"/>
              </a:lnSpc>
              <a:spcBef>
                <a:spcPts val="1060"/>
              </a:spcBef>
              <a:buNone/>
            </a:pPr>
            <a:endParaRPr lang="ru-RU" sz="2000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lnSpc>
                <a:spcPct val="100000"/>
              </a:lnSpc>
              <a:spcBef>
                <a:spcPts val="1060"/>
              </a:spcBef>
              <a:buNone/>
            </a:pPr>
            <a:endParaRPr lang="ru-RU" sz="2000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lnSpc>
                <a:spcPct val="100000"/>
              </a:lnSpc>
              <a:spcBef>
                <a:spcPts val="1060"/>
              </a:spcBef>
              <a:buNone/>
            </a:pPr>
            <a:endParaRPr lang="ru-RU" sz="2000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>
              <a:lnSpc>
                <a:spcPct val="100000"/>
              </a:lnSpc>
              <a:spcBef>
                <a:spcPts val="1060"/>
              </a:spcBef>
              <a:buNone/>
            </a:pPr>
            <a:endParaRPr lang="ru-RU" sz="2000" b="1" dirty="0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hangingPunct="0">
              <a:lnSpc>
                <a:spcPct val="100000"/>
              </a:lnSpc>
              <a:spcBef>
                <a:spcPts val="1060"/>
              </a:spcBef>
              <a:buNone/>
            </a:pPr>
            <a:endParaRPr lang="en-US" sz="20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  <p:pic>
        <p:nvPicPr>
          <p:cNvPr id="5" name="Рисунок 4" descr="Funny Programming TShirt Void a Place of No Return' Women's T-Shirt |  Spreadshirt">
            <a:extLst>
              <a:ext uri="{FF2B5EF4-FFF2-40B4-BE49-F238E27FC236}">
                <a16:creationId xmlns:a16="http://schemas.microsoft.com/office/drawing/2014/main" id="{089E438B-72D8-DA4C-BC6D-42AF0A591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011" y="1826968"/>
            <a:ext cx="2105823" cy="210568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86BCEC42-9C45-5FDF-A90E-E2743CACB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31" y="2090616"/>
            <a:ext cx="7026058" cy="675593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02759014-CB91-3222-3FE2-4A9EC1DE1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904" y="3983639"/>
            <a:ext cx="4591037" cy="83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4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F10F9E-67A3-4AC8-AAAD-0E11F2A6A2AA}" type="slidenum">
              <a:t>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>
                <a:latin typeface="Liberation Sans"/>
              </a:rPr>
              <a:t>Примеры простых функций</a:t>
            </a:r>
            <a:endParaRPr lang="ru-RU" dirty="0"/>
          </a:p>
        </p:txBody>
      </p:sp>
      <p:pic>
        <p:nvPicPr>
          <p:cNvPr id="8" name="Рисунок 7" descr="Изображение выглядит как текст, Шрифт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722BB804-7CBF-0C95-942B-2B5DF95C1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16" y="1313887"/>
            <a:ext cx="4409105" cy="122872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0C484A26-DC03-2201-198E-440CAF450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794" y="3147552"/>
            <a:ext cx="2180745" cy="1104900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9A81DC8D-9003-1054-356C-DE1BF8D70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6264" y="1659867"/>
            <a:ext cx="3685365" cy="2124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D1CCC3-23DB-4263-9B7A-D82277EFEF73}" type="slidenum">
              <a:t>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>
                <a:latin typeface="Liberation Sans"/>
              </a:rPr>
              <a:t>Как вызывается функция</a:t>
            </a:r>
            <a:endParaRPr lang="ru-RU" dirty="0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F0"/>
                </a:solidFill>
                <a:latin typeface="Liberation Sans"/>
              </a:rPr>
              <a:t>В языке С# определена команда ВЫЗОВА функции.</a:t>
            </a:r>
          </a:p>
          <a:p>
            <a:r>
              <a:rPr lang="ru-RU" sz="2000" b="1" dirty="0">
                <a:solidFill>
                  <a:schemeClr val="tx1"/>
                </a:solidFill>
                <a:latin typeface="Liberation Sans"/>
              </a:rPr>
              <a:t>Когда мы хотим вызвать нашу функцию (или чужую) мы </a:t>
            </a:r>
            <a:r>
              <a:rPr lang="ru-RU" sz="2000" b="1" dirty="0">
                <a:solidFill>
                  <a:srgbClr val="E05419"/>
                </a:solidFill>
                <a:latin typeface="Liberation Sans"/>
              </a:rPr>
              <a:t>пишем название функции и круглые скобки</a:t>
            </a:r>
            <a:r>
              <a:rPr lang="ru-RU" sz="2000" b="1" dirty="0">
                <a:solidFill>
                  <a:schemeClr val="tx1"/>
                </a:solidFill>
                <a:latin typeface="Liberation Sans"/>
              </a:rPr>
              <a:t>. В круглых скобках </a:t>
            </a:r>
            <a:r>
              <a:rPr lang="ru-RU" sz="2000" b="1" dirty="0">
                <a:solidFill>
                  <a:srgbClr val="E05419"/>
                </a:solidFill>
                <a:latin typeface="Liberation Sans"/>
              </a:rPr>
              <a:t>указываем значения аргументов</a:t>
            </a:r>
            <a:r>
              <a:rPr lang="ru-RU" sz="2000" b="1" dirty="0">
                <a:solidFill>
                  <a:schemeClr val="tx1"/>
                </a:solidFill>
                <a:latin typeface="Liberation Sans"/>
              </a:rPr>
              <a:t>, если это требуется</a:t>
            </a:r>
            <a:endParaRPr lang="ru-RU" sz="2000" b="1">
              <a:solidFill>
                <a:schemeClr val="tx1"/>
              </a:solidFill>
            </a:endParaRPr>
          </a:p>
        </p:txBody>
      </p:sp>
      <p:pic>
        <p:nvPicPr>
          <p:cNvPr id="9" name="Рисунок 8" descr="Изображение выглядит как текст, Шриф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9BD98D99-813E-3168-E753-35D98AA3C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66" y="2918735"/>
            <a:ext cx="2950010" cy="167990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DCAA7DA9-A07D-429D-3D74-7CB8374E2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307" y="2911043"/>
            <a:ext cx="4812249" cy="1684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D721AFB-FCC5-4A80-9F8D-E0950D89A7F7}" type="slidenum">
              <a:t>9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Зачем?</a:t>
            </a:r>
            <a:endParaRPr lang="en-US"/>
          </a:p>
        </p:txBody>
      </p:sp>
      <p:sp>
        <p:nvSpPr>
          <p:cNvPr id="4" name="TextBox 8"/>
          <p:cNvSpPr txBox="1"/>
          <p:nvPr/>
        </p:nvSpPr>
        <p:spPr>
          <a:xfrm>
            <a:off x="359999" y="910074"/>
            <a:ext cx="9359999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kern="0" dirty="0">
                <a:solidFill>
                  <a:srgbClr val="ED4C05"/>
                </a:solidFill>
                <a:latin typeface="Liberation Sans"/>
              </a:rPr>
              <a:t>Называть сложные вещи просто</a:t>
            </a:r>
            <a:endParaRPr lang="ru-RU" sz="4000" b="1" i="0" u="none" strike="noStrike" kern="0" cap="none" spc="0" baseline="0" dirty="0">
              <a:solidFill>
                <a:srgbClr val="ED4C05"/>
              </a:solidFill>
              <a:uFillTx/>
              <a:latin typeface="Liberation Sans"/>
            </a:endParaRPr>
          </a:p>
        </p:txBody>
      </p:sp>
      <p:pic>
        <p:nvPicPr>
          <p:cNvPr id="6" name="Рисунок 5" descr="Картинки красивых машин (65 фото) 🔥 Прикольные картинки и юмор">
            <a:extLst>
              <a:ext uri="{FF2B5EF4-FFF2-40B4-BE49-F238E27FC236}">
                <a16:creationId xmlns:a16="http://schemas.microsoft.com/office/drawing/2014/main" id="{546817E0-B0D3-2E61-3B07-476A2115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97" y="2119475"/>
            <a:ext cx="3236747" cy="2091643"/>
          </a:xfrm>
          <a:prstGeom prst="rect">
            <a:avLst/>
          </a:prstGeom>
        </p:spPr>
      </p:pic>
      <p:pic>
        <p:nvPicPr>
          <p:cNvPr id="7" name="Рисунок 6" descr="Внутренности машин">
            <a:extLst>
              <a:ext uri="{FF2B5EF4-FFF2-40B4-BE49-F238E27FC236}">
                <a16:creationId xmlns:a16="http://schemas.microsoft.com/office/drawing/2014/main" id="{008D52D1-158F-0F34-15F7-6ADD78589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784" y="2119641"/>
            <a:ext cx="3676901" cy="20910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D721AFB-FCC5-4A80-9F8D-E0950D89A7F7}" type="slidenum">
              <a:t>10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Зачем?</a:t>
            </a:r>
            <a:endParaRPr lang="en-US"/>
          </a:p>
        </p:txBody>
      </p:sp>
      <p:sp>
        <p:nvSpPr>
          <p:cNvPr id="4" name="TextBox 8"/>
          <p:cNvSpPr txBox="1"/>
          <p:nvPr/>
        </p:nvSpPr>
        <p:spPr>
          <a:xfrm>
            <a:off x="359999" y="910074"/>
            <a:ext cx="9359999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kern="0" dirty="0">
                <a:solidFill>
                  <a:srgbClr val="ED4C05"/>
                </a:solidFill>
                <a:latin typeface="Liberation Sans"/>
              </a:rPr>
              <a:t>Писать меньше кода</a:t>
            </a:r>
            <a:endParaRPr lang="ru-RU" sz="4000" b="1" i="0" u="none" strike="noStrike" kern="0" cap="none" spc="0" baseline="0" dirty="0">
              <a:solidFill>
                <a:srgbClr val="ED4C05"/>
              </a:solidFill>
              <a:uFillTx/>
              <a:latin typeface="Liberation Sans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67D9F73-97D3-E0C8-7EFE-50CE8A415249}"/>
              </a:ext>
            </a:extLst>
          </p:cNvPr>
          <p:cNvSpPr txBox="1"/>
          <p:nvPr/>
        </p:nvSpPr>
        <p:spPr>
          <a:xfrm>
            <a:off x="360110" y="1418685"/>
            <a:ext cx="9359999" cy="4001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000" b="1" kern="0" dirty="0">
                <a:solidFill>
                  <a:srgbClr val="ED4C05"/>
                </a:solidFill>
                <a:latin typeface="Liberation Sans"/>
              </a:rPr>
              <a:t>(Вытекает из предыдущего)</a:t>
            </a:r>
            <a:endParaRPr lang="ru-RU" sz="2000" b="1" i="0" u="none" strike="noStrike" kern="0" cap="none" spc="0" baseline="0" dirty="0">
              <a:solidFill>
                <a:srgbClr val="ED4C05"/>
              </a:solidFill>
              <a:uFillTx/>
              <a:latin typeface="Liberation Sans"/>
            </a:endParaRPr>
          </a:p>
        </p:txBody>
      </p:sp>
      <p:pic>
        <p:nvPicPr>
          <p:cNvPr id="9" name="Рисунок 8" descr="Изображение выглядит как текст, снимок экрана, Шрифт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68ACD468-5CC7-53FE-C3FE-F2D9587FE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813" y="1866270"/>
            <a:ext cx="2461863" cy="289016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6CE51EE4-1267-225E-4411-A6420A502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924" y="1957040"/>
            <a:ext cx="2885440" cy="2714625"/>
          </a:xfrm>
          <a:prstGeom prst="rect">
            <a:avLst/>
          </a:prstGeom>
        </p:spPr>
      </p:pic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688C26BD-2D0F-BF32-AC30-3EF25262BA91}"/>
              </a:ext>
            </a:extLst>
          </p:cNvPr>
          <p:cNvSpPr/>
          <p:nvPr/>
        </p:nvSpPr>
        <p:spPr>
          <a:xfrm>
            <a:off x="4108008" y="2889579"/>
            <a:ext cx="1553777" cy="558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589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02B1C8-96D1-40A9-AE74-24D57C1EA398}" type="slidenum">
              <a:t>11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err="1">
                <a:latin typeface="Liberation Sans"/>
              </a:rPr>
              <a:t>Закрепим</a:t>
            </a:r>
            <a:r>
              <a:rPr lang="en-US" dirty="0">
                <a:latin typeface="Liberation Sans"/>
              </a:rPr>
              <a:t> </a:t>
            </a:r>
            <a:r>
              <a:rPr lang="en-US" dirty="0" err="1">
                <a:latin typeface="Liberation Sans"/>
              </a:rPr>
              <a:t>материал</a:t>
            </a: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62DCD-50E2-D9BD-17A9-A42383CA932F}"/>
              </a:ext>
            </a:extLst>
          </p:cNvPr>
          <p:cNvSpPr txBox="1"/>
          <p:nvPr/>
        </p:nvSpPr>
        <p:spPr>
          <a:xfrm>
            <a:off x="360348" y="940490"/>
            <a:ext cx="9054386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200" b="1" dirty="0">
                <a:solidFill>
                  <a:srgbClr val="00B0F0"/>
                </a:solidFill>
                <a:cs typeface="Calibri"/>
              </a:rPr>
              <a:t>Повторим основные моменты:</a:t>
            </a:r>
            <a:endParaRPr lang="ru-RU" sz="2200" b="1">
              <a:solidFill>
                <a:srgbClr val="00B0F0"/>
              </a:solidFill>
              <a:ea typeface="Calibri"/>
              <a:cs typeface="Calibri"/>
            </a:endParaRPr>
          </a:p>
          <a:p>
            <a:endParaRPr lang="ru-RU" sz="22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2200" b="1" dirty="0">
                <a:solidFill>
                  <a:srgbClr val="E05419"/>
                </a:solidFill>
                <a:cs typeface="Calibri"/>
              </a:rPr>
              <a:t>Функция - именованный набор команд (именованная подпрограмма).</a:t>
            </a:r>
            <a:br>
              <a:rPr lang="ru-RU" sz="2200" b="1" dirty="0">
                <a:ea typeface="Calibri"/>
                <a:cs typeface="Calibri"/>
              </a:rPr>
            </a:br>
            <a:endParaRPr lang="ru-RU" sz="2200" b="1" dirty="0">
              <a:solidFill>
                <a:srgbClr val="E05419"/>
              </a:solidFill>
              <a:ea typeface="Calibri" panose="020F0502020204030204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2200" b="1" dirty="0">
                <a:solidFill>
                  <a:srgbClr val="E05419"/>
                </a:solidFill>
                <a:cs typeface="Calibri"/>
              </a:rPr>
              <a:t>Метод - функция, которая доступна только какому-то объекту.</a:t>
            </a:r>
            <a:br>
              <a:rPr lang="ru-RU" sz="2200" b="1" dirty="0">
                <a:ea typeface="Calibri"/>
                <a:cs typeface="Calibri"/>
              </a:rPr>
            </a:br>
            <a:endParaRPr lang="ru-RU" sz="2200" b="1">
              <a:solidFill>
                <a:srgbClr val="E05419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2200" b="1" dirty="0">
                <a:solidFill>
                  <a:srgbClr val="E05419"/>
                </a:solidFill>
                <a:cs typeface="Calibri"/>
              </a:rPr>
              <a:t>Мы научились задавать и вызывать функции в программе.</a:t>
            </a:r>
            <a:br>
              <a:rPr lang="ru-RU" sz="2200" b="1" dirty="0">
                <a:cs typeface="Calibri"/>
              </a:rPr>
            </a:br>
            <a:endParaRPr lang="ru-RU" sz="2200" b="1" dirty="0">
              <a:solidFill>
                <a:srgbClr val="E05419"/>
              </a:solidFill>
              <a:ea typeface="Calibri" panose="020F0502020204030204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2200" b="1" dirty="0">
                <a:solidFill>
                  <a:srgbClr val="E05419"/>
                </a:solidFill>
                <a:ea typeface="Calibri" panose="020F0502020204030204"/>
                <a:cs typeface="Calibri"/>
              </a:rPr>
              <a:t>Мы запомнили зачем нам нужны функции.</a:t>
            </a:r>
          </a:p>
          <a:p>
            <a:endParaRPr lang="ru-RU" dirty="0">
              <a:cs typeface="Calibri"/>
            </a:endParaRPr>
          </a:p>
        </p:txBody>
      </p:sp>
      <p:pic>
        <p:nvPicPr>
          <p:cNvPr id="4" name="Рисунок 3" descr="Important icons for free download | Freepik">
            <a:extLst>
              <a:ext uri="{FF2B5EF4-FFF2-40B4-BE49-F238E27FC236}">
                <a16:creationId xmlns:a16="http://schemas.microsoft.com/office/drawing/2014/main" id="{A791DEDB-681F-18E3-6CAF-16E581EAA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884" y="3057624"/>
            <a:ext cx="1917916" cy="1943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91D8BC-30AB-4DCA-8C5C-E303DE6E6F87}" type="slidenum">
              <a:t>12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>
                <a:latin typeface="Liberation Sans"/>
              </a:rPr>
              <a:t>Что мы уже знаем?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48432B-9FC2-1D79-8C15-64E31BF6480D}"/>
              </a:ext>
            </a:extLst>
          </p:cNvPr>
          <p:cNvSpPr/>
          <p:nvPr/>
        </p:nvSpPr>
        <p:spPr>
          <a:xfrm>
            <a:off x="3995348" y="1346979"/>
            <a:ext cx="2034442" cy="5141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Игра</a:t>
            </a:r>
            <a:endParaRPr lang="ru-RU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7749B8E-A403-FC60-0BD9-B1ABDC387FA4}"/>
              </a:ext>
            </a:extLst>
          </p:cNvPr>
          <p:cNvCxnSpPr/>
          <p:nvPr/>
        </p:nvCxnSpPr>
        <p:spPr>
          <a:xfrm flipH="1">
            <a:off x="2014317" y="1628559"/>
            <a:ext cx="1976163" cy="7801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3A33AB-F95B-E1DF-B4D0-294ED049C654}"/>
              </a:ext>
            </a:extLst>
          </p:cNvPr>
          <p:cNvSpPr/>
          <p:nvPr/>
        </p:nvSpPr>
        <p:spPr>
          <a:xfrm>
            <a:off x="933391" y="2453626"/>
            <a:ext cx="1928248" cy="547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Хранение данных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ED4808C-2560-8E9A-82F0-5CEAC9148044}"/>
              </a:ext>
            </a:extLst>
          </p:cNvPr>
          <p:cNvSpPr/>
          <p:nvPr/>
        </p:nvSpPr>
        <p:spPr>
          <a:xfrm>
            <a:off x="938980" y="3526739"/>
            <a:ext cx="1917070" cy="5756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Переменные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AC4C34-0E56-7D5A-0F87-24B3E81FDB44}"/>
              </a:ext>
            </a:extLst>
          </p:cNvPr>
          <p:cNvSpPr/>
          <p:nvPr/>
        </p:nvSpPr>
        <p:spPr>
          <a:xfrm>
            <a:off x="4007414" y="2436858"/>
            <a:ext cx="2000907" cy="58126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Циклы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95149E6-622B-66BA-535C-C7297F3E51ED}"/>
              </a:ext>
            </a:extLst>
          </p:cNvPr>
          <p:cNvSpPr/>
          <p:nvPr/>
        </p:nvSpPr>
        <p:spPr>
          <a:xfrm>
            <a:off x="4024178" y="3504382"/>
            <a:ext cx="1961783" cy="59244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Бесконечные циклы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226456F-297B-883B-8C81-E6E0BB3F9B95}"/>
              </a:ext>
            </a:extLst>
          </p:cNvPr>
          <p:cNvSpPr/>
          <p:nvPr/>
        </p:nvSpPr>
        <p:spPr>
          <a:xfrm>
            <a:off x="7075848" y="2453635"/>
            <a:ext cx="2224624" cy="56448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Функции / Методы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6B0D94D-FD5D-D4AD-E22C-C219E9320429}"/>
              </a:ext>
            </a:extLst>
          </p:cNvPr>
          <p:cNvCxnSpPr>
            <a:cxnSpLocks/>
          </p:cNvCxnSpPr>
          <p:nvPr/>
        </p:nvCxnSpPr>
        <p:spPr>
          <a:xfrm>
            <a:off x="1883247" y="3004173"/>
            <a:ext cx="8653" cy="5173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10A4881-EF48-F1DF-74EF-342E4F60A4B7}"/>
              </a:ext>
            </a:extLst>
          </p:cNvPr>
          <p:cNvCxnSpPr>
            <a:cxnSpLocks/>
          </p:cNvCxnSpPr>
          <p:nvPr/>
        </p:nvCxnSpPr>
        <p:spPr>
          <a:xfrm>
            <a:off x="5030947" y="1863271"/>
            <a:ext cx="3061" cy="5676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9767FC71-667A-4E2B-B653-4F2AD79B7474}"/>
              </a:ext>
            </a:extLst>
          </p:cNvPr>
          <p:cNvCxnSpPr>
            <a:cxnSpLocks/>
          </p:cNvCxnSpPr>
          <p:nvPr/>
        </p:nvCxnSpPr>
        <p:spPr>
          <a:xfrm>
            <a:off x="5030897" y="3020786"/>
            <a:ext cx="8652" cy="483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B6D9867-4BE0-90CD-78B0-9DA3AF3A504D}"/>
              </a:ext>
            </a:extLst>
          </p:cNvPr>
          <p:cNvCxnSpPr>
            <a:cxnSpLocks/>
          </p:cNvCxnSpPr>
          <p:nvPr/>
        </p:nvCxnSpPr>
        <p:spPr>
          <a:xfrm>
            <a:off x="6031643" y="1628234"/>
            <a:ext cx="2150016" cy="780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9E9A338-1009-4240-9A88-EB87F52275BE}" type="slidenum">
              <a:t>13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Практика</a:t>
            </a:r>
            <a:endParaRPr lang="en-US"/>
          </a:p>
        </p:txBody>
      </p:sp>
      <p:sp>
        <p:nvSpPr>
          <p:cNvPr id="4" name="TextBox 5"/>
          <p:cNvSpPr txBox="1"/>
          <p:nvPr/>
        </p:nvSpPr>
        <p:spPr>
          <a:xfrm>
            <a:off x="472827" y="1104869"/>
            <a:ext cx="9359999" cy="25545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Задача 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/>
              </a:rPr>
              <a:t>Напишите </a:t>
            </a:r>
            <a:r>
              <a:rPr lang="ru-RU" sz="2800" dirty="0">
                <a:solidFill>
                  <a:srgbClr val="000000"/>
                </a:solidFill>
                <a:latin typeface="Liberation Sans"/>
              </a:rPr>
              <a:t>функцию, которая будет приветствовать пользователя с заданным именем. Вывод осуществлять в консоль.</a:t>
            </a:r>
            <a:endParaRPr lang="ru-RU" sz="2800" b="0" i="0" u="none" strike="noStrike" cap="none" spc="0" baseline="0" dirty="0">
              <a:solidFill>
                <a:srgbClr val="000000"/>
              </a:solidFill>
              <a:uFillTx/>
              <a:latin typeface="Liberatio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16AB35-8B2F-46E1-892A-A08EB91FE6B0}" type="slidenum">
              <a:t>14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>
                <a:latin typeface="Liberation Sans"/>
              </a:rPr>
              <a:t>Код решения задачи 1</a:t>
            </a:r>
            <a:endParaRPr lang="en-US" dirty="0">
              <a:latin typeface="Liberation Sans"/>
            </a:endParaRPr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D2014C0B-DF7D-52EE-80E4-AF539FB29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10" y="1952625"/>
            <a:ext cx="4285308" cy="1762125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2C0F7AB2-A265-F9BC-6E81-236E845BFD3F}"/>
              </a:ext>
            </a:extLst>
          </p:cNvPr>
          <p:cNvCxnSpPr/>
          <p:nvPr/>
        </p:nvCxnSpPr>
        <p:spPr>
          <a:xfrm flipH="1">
            <a:off x="5195595" y="1600751"/>
            <a:ext cx="1635110" cy="66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078DE2B-6C0F-AEC2-178F-F590A01F0082}"/>
              </a:ext>
            </a:extLst>
          </p:cNvPr>
          <p:cNvSpPr/>
          <p:nvPr/>
        </p:nvSpPr>
        <p:spPr>
          <a:xfrm>
            <a:off x="6908211" y="1240794"/>
            <a:ext cx="2224624" cy="56448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Функция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4730C62-1BF9-FD85-C6B0-B7397D1E47AA}"/>
              </a:ext>
            </a:extLst>
          </p:cNvPr>
          <p:cNvSpPr/>
          <p:nvPr/>
        </p:nvSpPr>
        <p:spPr>
          <a:xfrm>
            <a:off x="6908211" y="2358620"/>
            <a:ext cx="2224624" cy="56448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Основная программа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A0DD2CF-27C9-0C88-9612-3C0DCA65FCF1}"/>
              </a:ext>
            </a:extLst>
          </p:cNvPr>
          <p:cNvSpPr/>
          <p:nvPr/>
        </p:nvSpPr>
        <p:spPr>
          <a:xfrm>
            <a:off x="6908211" y="3431732"/>
            <a:ext cx="2224624" cy="56448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ea typeface="Calibri"/>
                <a:cs typeface="Calibri"/>
              </a:rPr>
              <a:t>Вызов функции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95394143-1947-C232-7A8E-7B3EA1F152A8}"/>
              </a:ext>
            </a:extLst>
          </p:cNvPr>
          <p:cNvCxnSpPr>
            <a:cxnSpLocks/>
          </p:cNvCxnSpPr>
          <p:nvPr/>
        </p:nvCxnSpPr>
        <p:spPr>
          <a:xfrm flipH="1">
            <a:off x="5179892" y="2668791"/>
            <a:ext cx="1657474" cy="3719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36E278D1-9A86-2137-9174-C92816B8CBBC}"/>
              </a:ext>
            </a:extLst>
          </p:cNvPr>
          <p:cNvCxnSpPr>
            <a:cxnSpLocks/>
          </p:cNvCxnSpPr>
          <p:nvPr/>
        </p:nvCxnSpPr>
        <p:spPr>
          <a:xfrm flipH="1" flipV="1">
            <a:off x="5168660" y="3622254"/>
            <a:ext cx="1674247" cy="1257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207A25-9366-4685-81BE-0AD26A3AF03D}" type="slidenum">
              <a:t>15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Практика</a:t>
            </a:r>
            <a:endParaRPr lang="en-US"/>
          </a:p>
        </p:txBody>
      </p:sp>
      <p:sp>
        <p:nvSpPr>
          <p:cNvPr id="4" name="TextBox 5"/>
          <p:cNvSpPr txBox="1"/>
          <p:nvPr/>
        </p:nvSpPr>
        <p:spPr>
          <a:xfrm>
            <a:off x="445477" y="1047262"/>
            <a:ext cx="9440987" cy="22775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Задача</a:t>
            </a:r>
            <a:r>
              <a:rPr lang="en-US" sz="40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 </a:t>
            </a:r>
            <a:r>
              <a:rPr lang="ru-RU" sz="40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dirty="0">
                <a:solidFill>
                  <a:srgbClr val="000000"/>
                </a:solidFill>
                <a:latin typeface="Liberation Sans"/>
              </a:rPr>
              <a:t>Из предыдущей задачи вынесите код основной программы в отдельную </a:t>
            </a:r>
            <a:r>
              <a:rPr lang="ru-RU" sz="2800" dirty="0" err="1">
                <a:solidFill>
                  <a:srgbClr val="000000"/>
                </a:solidFill>
                <a:latin typeface="Liberation Sans"/>
              </a:rPr>
              <a:t>void</a:t>
            </a:r>
            <a:r>
              <a:rPr lang="ru-RU" sz="2800" dirty="0">
                <a:solidFill>
                  <a:srgbClr val="000000"/>
                </a:solidFill>
                <a:latin typeface="Liberation Sans"/>
              </a:rPr>
              <a:t>-функцию. Название выберите любое.</a:t>
            </a:r>
            <a:endParaRPr lang="ru-RU" sz="2800" b="0" i="0" u="none" strike="noStrike" kern="1200" cap="none" spc="0" baseline="0" dirty="0">
              <a:solidFill>
                <a:srgbClr val="000000"/>
              </a:solidFill>
              <a:uFillTx/>
              <a:latin typeface="Liberatio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71F1D1-8DB7-4B2A-A611-D9D94E81CD9B}" type="slidenum">
              <a:t>16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Код решения задачи 2</a:t>
            </a:r>
            <a:endParaRPr lang="en-US"/>
          </a:p>
        </p:txBody>
      </p:sp>
      <p:pic>
        <p:nvPicPr>
          <p:cNvPr id="7" name="Рисунок 6" descr="Изображение выглядит как текст, снимок экрана, программное обеспечение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FDD55691-F52D-2AD3-A8E2-3CBB60923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257" y="1128713"/>
            <a:ext cx="445672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207A25-9366-4685-81BE-0AD26A3AF03D}" type="slidenum">
              <a:t>17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Практика</a:t>
            </a:r>
            <a:endParaRPr lang="en-US"/>
          </a:p>
        </p:txBody>
      </p:sp>
      <p:sp>
        <p:nvSpPr>
          <p:cNvPr id="4" name="TextBox 5"/>
          <p:cNvSpPr txBox="1"/>
          <p:nvPr/>
        </p:nvSpPr>
        <p:spPr>
          <a:xfrm>
            <a:off x="445477" y="1047262"/>
            <a:ext cx="9440987" cy="22775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Задача</a:t>
            </a:r>
            <a:r>
              <a:rPr lang="en-US" sz="4000" b="1" i="0" u="none" strike="noStrike" kern="1200" cap="none" spc="0" baseline="0" dirty="0">
                <a:solidFill>
                  <a:srgbClr val="ED4C05"/>
                </a:solidFill>
                <a:uFillTx/>
                <a:latin typeface="Liberation Sans"/>
              </a:rPr>
              <a:t> </a:t>
            </a:r>
            <a:r>
              <a:rPr lang="en-US" sz="4000" b="1" dirty="0">
                <a:solidFill>
                  <a:srgbClr val="ED4C05"/>
                </a:solidFill>
                <a:latin typeface="Liberation Sans"/>
              </a:rPr>
              <a:t>3</a:t>
            </a:r>
            <a:endParaRPr lang="ru-RU" sz="4000" b="1" i="0" u="none" strike="noStrike" kern="1200" cap="none" spc="0" baseline="0" dirty="0">
              <a:solidFill>
                <a:srgbClr val="ED4C05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dirty="0">
                <a:solidFill>
                  <a:srgbClr val="000000"/>
                </a:solidFill>
                <a:latin typeface="Liberation Sans"/>
                <a:ea typeface="Calibri"/>
                <a:cs typeface="Calibri"/>
              </a:rPr>
              <a:t>Оберните код из задачи 2 в бесконечный цикл, чтобы наша программа бесконечно приветствовала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1923100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71F1D1-8DB7-4B2A-A611-D9D94E81CD9B}" type="slidenum">
              <a:t>18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dirty="0">
                <a:latin typeface="Liberation Sans"/>
              </a:rPr>
              <a:t>Код решения задачи 3</a:t>
            </a:r>
            <a:endParaRPr lang="en-US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66E417DC-2793-BCBC-F54F-05BE1B745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385" y="833438"/>
            <a:ext cx="4142464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20499"/>
      </p:ext>
    </p:extLst>
  </p:cSld>
  <p:clrMapOvr>
    <a:masterClrMapping/>
  </p:clrMapOvr>
</p:sld>
</file>

<file path=ppt/theme/theme1.xml><?xml version="1.0" encoding="utf-8"?>
<a:theme xmlns:a="http://schemas.openxmlformats.org/drawingml/2006/main" name="Blue_Curv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_Curv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633</Words>
  <Application>Microsoft Office PowerPoint</Application>
  <PresentationFormat>Произвольный</PresentationFormat>
  <Paragraphs>103</Paragraphs>
  <Slides>18</Slides>
  <Notes>18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0" baseType="lpstr">
      <vt:lpstr>Blue_Curve</vt:lpstr>
      <vt:lpstr>Blue_Curve1</vt:lpstr>
      <vt:lpstr>Функции и методы</vt:lpstr>
      <vt:lpstr>Что это такое?</vt:lpstr>
      <vt:lpstr>В чем разница, старче?</vt:lpstr>
      <vt:lpstr>Пример подпрограммы</vt:lpstr>
      <vt:lpstr>Как задается функция</vt:lpstr>
      <vt:lpstr>Тип возврата</vt:lpstr>
      <vt:lpstr>Примеры простых функций</vt:lpstr>
      <vt:lpstr>Как вызывается функция</vt:lpstr>
      <vt:lpstr>Зачем?</vt:lpstr>
      <vt:lpstr>Зачем?</vt:lpstr>
      <vt:lpstr>Закрепим материал</vt:lpstr>
      <vt:lpstr>Что мы уже знаем?</vt:lpstr>
      <vt:lpstr>Практика</vt:lpstr>
      <vt:lpstr>Код решения задачи 1</vt:lpstr>
      <vt:lpstr>Практика</vt:lpstr>
      <vt:lpstr>Код решения задачи 2</vt:lpstr>
      <vt:lpstr>Практика</vt:lpstr>
      <vt:lpstr>Код решения задачи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Curve</dc:title>
  <cp:lastModifiedBy>Convertio</cp:lastModifiedBy>
  <cp:revision>581</cp:revision>
  <dcterms:created xsi:type="dcterms:W3CDTF">2024-09-14T18:32:43Z</dcterms:created>
  <dcterms:modified xsi:type="dcterms:W3CDTF">2024-09-25T08:09:29Z</dcterms:modified>
</cp:coreProperties>
</file>